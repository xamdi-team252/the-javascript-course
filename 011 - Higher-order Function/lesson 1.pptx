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52" r:id="rId2"/>
    <p:sldId id="470" r:id="rId3"/>
    <p:sldId id="874" r:id="rId4"/>
    <p:sldId id="453" r:id="rId5"/>
    <p:sldId id="455" r:id="rId6"/>
    <p:sldId id="456" r:id="rId7"/>
    <p:sldId id="457" r:id="rId8"/>
    <p:sldId id="454" r:id="rId9"/>
    <p:sldId id="458" r:id="rId10"/>
    <p:sldId id="459" r:id="rId11"/>
    <p:sldId id="460" r:id="rId12"/>
    <p:sldId id="461" r:id="rId13"/>
    <p:sldId id="462" r:id="rId14"/>
    <p:sldId id="463" r:id="rId15"/>
    <p:sldId id="464" r:id="rId16"/>
    <p:sldId id="465" r:id="rId17"/>
    <p:sldId id="466" r:id="rId18"/>
    <p:sldId id="467" r:id="rId19"/>
    <p:sldId id="468" r:id="rId20"/>
    <p:sldId id="4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E2971-75B7-4249-BB29-9053C866DD4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AF7D5-30FC-4CD7-8CE6-E0F68E531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61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2A63BA85-A81C-61CE-000D-13F06635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EC5125F7-5F1F-A1E8-08FE-93B78D81D4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DD9044F2-9F5F-5381-B4AE-70B4D82E28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0025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53C9827-B2E1-F93F-1C32-1188F1C9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CC071D5-4151-895D-CC5F-31D27AE09D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4F0EC30E-4D12-FFC6-17F2-7DF550C161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622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679D513F-0DD5-EAA1-B846-A3562CE6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BD29C663-31A8-333A-99BA-5445EB6377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D712AB0D-C3EC-DA62-06C4-30C910463C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790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C5816EA-A83E-32C2-5F7E-9E2290455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D002E2B-684F-58B8-9355-1392AA954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2182B01-B4ED-F19F-E768-3444209CF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6076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870FE2E4-FC93-9B97-2C50-EDCBB326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5ABA71D-C348-831F-A78F-678CF0890A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87F78DAC-72EF-D487-BC2F-731AC509B1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9904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32C9289-DA00-C03B-FD71-C989320D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E143B8B4-0AB5-4E76-A35F-8CB7A6531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93A6B9E-EDB5-6674-2D3D-C3FD8E5DE1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7812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9ED71AE-51C1-BFE9-4BD8-598E30D25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025D0233-A7A5-D0D1-FAFE-D51C397B26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FE050DB4-4F74-3D6D-85F5-9544E79AE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7779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4AC97786-EFC3-A78D-D881-1C0AB4002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055290ED-D2BD-A788-4D55-97B500DC69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AA39589-8898-DCC4-0816-E1F5FE9DF4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0432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463DC1D-8FF5-6573-715C-9DB86BE4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87954CC2-28B8-B20B-F43C-0032CA03F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F965259E-91E6-ED69-B04F-A6B1025B1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919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D7C28B0-2689-5714-9179-8B241B8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1C1F004-339C-5A88-5405-F7F4F56F9B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F8DA400-1C1E-2857-6001-9BCD288E2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1294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2ED31C4C-2EFD-9371-A12E-C3265BF81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5B72F83D-76ED-A518-0D5C-01C1F052B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AA490E3-8DE8-D889-1E1E-D6321D10B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97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CEDD328-F708-2709-5624-FBE3CFA9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B40EDB42-C205-5218-7C15-92DC290EE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8D49D3D4-CB92-EDEA-C02C-C3307E45A7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8518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432359EF-3D57-FFFA-DABE-0D4A2E937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EA88CC97-EF20-D686-8509-4F9A6CAC71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1D8732E-0522-F64B-E39C-45573A39DF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8858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CBD1CE1-DA8C-40CD-F10C-FE9C7F99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26A114B5-425D-36D6-1A0E-A7F7BA060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A88A0349-86FA-753E-6934-03E06F6BF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205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6A655DB9-CFF1-63A4-4A1F-94A1ABCA3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17630F7-CD79-BFEC-304C-A089D2280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4E0704B2-A4C4-4BC0-224D-298E057E2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80809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F583EDA9-8D81-06D6-475D-7F7BA08A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B069EA8-584B-B8C9-11D3-4A2A8EC91F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647F49F-03C4-C219-953E-45A43986DF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5725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DE106DF7-FFF1-8EBF-2351-69A42346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D3C375F8-3EF9-E816-B390-2CC5BD1A9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C81F301C-2D3B-6D3B-3E51-D88BF9129A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32008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472173D-D63B-9651-7C13-32176D81C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07816C5-8A6D-E27E-7626-E280116D24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FFDF0E4E-72E2-A765-3E6F-FDE2D7892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6715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D1A9CD81-5A3F-9A20-5010-E739B826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506A5AA8-0DDF-8C62-83F0-6468455F5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352B1FBE-B749-B4F1-B402-0B6306AB12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9436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1125C-4720-7529-2923-0CC1482B7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EE384-2B5E-306C-94AC-CEF64CA6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44B87-7B5F-D305-70E7-44A97592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3D49D-8DA3-FF62-719F-F7C09D35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882C1-FCA3-6F2C-72D2-75ABB3A2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1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D525-E89A-E8C0-49E7-A2752253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70519-6683-FFA4-FB5B-7F44DE8FF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DCBF0-ADB1-2474-636B-C7A7CE16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CF374-8B45-6806-0616-1115AA32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B87E6-AB0C-7FE6-F896-BE430AB7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0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8171-9044-B834-C53B-498209946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F1058-B6FE-C97B-D2A9-B33519FAC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35CF8-49B8-2761-15DB-9EA1C84D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D5E1B-16AF-3770-5A84-342CFCFE2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37289-029B-C0A8-BC8B-AFD35BA4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40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4874-F1EB-2329-9C1F-486F4604F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55F1-4CC3-584E-F24C-E9C7C9524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855F2-05BF-5503-0FF4-93145DBCE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2AFB9-E29B-4883-9C27-2C4C37B10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273DD-6D4F-FF75-85BA-21B516EF6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8C1EA-CC3B-F976-C51A-13A71A0C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5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AF83-E517-A5E8-4F49-FD7249A77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8E7FE-133F-571D-E53E-05E684DAB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A366A-7798-383E-6682-A26FEE4FD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139FE-E7B0-1841-7BDF-5C01D00E5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EF870C-A18A-2014-5E07-F6BB71B85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C5A3D9-3636-5A21-65A4-B311D1F3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5AE56-5682-BA93-4587-72D223D09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0796D7-1F95-C3F7-D577-86A60C42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1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A1B7-50B9-03A9-5484-2343E24C8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5955FE-3AE3-151B-DCE2-41B2C5E5A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C8B9A-FC67-1BDC-61D1-D02E93B2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E272B-2ECA-411C-A143-643C1CC63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9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262A47-435E-DEF9-81D8-176015D9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D166C-F2CF-8D96-E51D-DC1ABD4D2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4979E-BA70-72C5-F004-A3F7CC60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1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0915-17F9-4332-0EA9-25BCF3E13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CE874-74EC-9177-99C8-11FAAA918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6D350-826D-6F8F-5654-455C39CE7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4640A-B709-679D-B099-394E891EF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22D82-DC46-2225-0B1D-AE34EF180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F4484-7985-6DA2-2CD3-5B8E2B86F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2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0CD0-521C-7D6D-D8BF-CF1217552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CDFA7-BB73-1791-3946-B489C42EF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A40F2-6DC4-94FD-9D50-8A8DD2A5E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7D115-E659-BD39-5B6C-65008606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D5C8C-ECB1-D499-4C4C-A1A9BA39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F9A22-50DC-73BF-2DE5-7336212E4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5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7DE8-69B3-DFED-84AE-29331F5B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73EF9-30C1-B4F9-6533-7499CC554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10D5E-7CD2-21C0-59CE-21F7804F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AF1E7-67B9-D12A-AA53-D96AD00A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8D5A9-CE04-7ADE-C1E4-FD1A8034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3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BE15F-1286-4719-29B5-560867D4B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1434C-27B3-027E-45A2-15CCD39FD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88DC1-6C8F-BA57-33C3-559D0939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82B2A-E6DF-9CD1-6DEE-2621F232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661F7-E2EB-04D7-616F-1FD0D9F8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06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8851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2090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CBA02-7B78-757D-A70E-109BB32E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48C5F-FDDF-861A-105E-01B93F59A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6E30-701F-6306-65CA-937FDA11F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08985-7F1A-47B4-8669-D865B27C592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76A00-B70D-BFDF-1CE2-A149E77A9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1CC28-9A67-DC12-B67B-B733B4DFA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F829D-AA0C-4419-B03D-E3060704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3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3737C56B-E8ED-7629-0512-79F1CC7E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CF974E50-C75F-D73A-CB5C-E4B68648C47C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8379CB8-065B-ABD8-B13E-13C7864FE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27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3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5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/>
              <a:t>05</a:t>
            </a:r>
            <a:endParaRPr dirty="0"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CA" dirty="0"/>
              <a:t>Higher Order Function 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2020000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0" name="Google Shape;230;p29"/>
          <p:cNvCxnSpPr/>
          <p:nvPr/>
        </p:nvCxnSpPr>
        <p:spPr>
          <a:xfrm>
            <a:off x="5527717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Map()</a:t>
            </a:r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Filter()</a:t>
            </a:r>
          </a:p>
        </p:txBody>
      </p:sp>
      <p:sp>
        <p:nvSpPr>
          <p:cNvPr id="5" name="Google Shape;220;p29">
            <a:extLst>
              <a:ext uri="{FF2B5EF4-FFF2-40B4-BE49-F238E27FC236}">
                <a16:creationId xmlns:a16="http://schemas.microsoft.com/office/drawing/2014/main" id="{AC67C9DB-CC07-97AD-A7A0-9E896C6818EA}"/>
              </a:ext>
            </a:extLst>
          </p:cNvPr>
          <p:cNvSpPr txBox="1">
            <a:spLocks/>
          </p:cNvSpPr>
          <p:nvPr/>
        </p:nvSpPr>
        <p:spPr>
          <a:xfrm>
            <a:off x="960000" y="5027033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Reduce()</a:t>
            </a:r>
          </a:p>
        </p:txBody>
      </p:sp>
      <p:sp>
        <p:nvSpPr>
          <p:cNvPr id="6" name="Google Shape;220;p29">
            <a:extLst>
              <a:ext uri="{FF2B5EF4-FFF2-40B4-BE49-F238E27FC236}">
                <a16:creationId xmlns:a16="http://schemas.microsoft.com/office/drawing/2014/main" id="{F2ABA3A9-70CA-444E-BC51-7CD0A40DE7DF}"/>
              </a:ext>
            </a:extLst>
          </p:cNvPr>
          <p:cNvSpPr txBox="1">
            <a:spLocks/>
          </p:cNvSpPr>
          <p:nvPr/>
        </p:nvSpPr>
        <p:spPr>
          <a:xfrm>
            <a:off x="4463200" y="5098529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CA" sz="2400" dirty="0" err="1"/>
              <a:t>ForEach</a:t>
            </a:r>
            <a:r>
              <a:rPr lang="en-CA" sz="2400" dirty="0"/>
              <a:t>()</a:t>
            </a:r>
            <a:endParaRPr lang="en-GB" sz="2400" dirty="0"/>
          </a:p>
        </p:txBody>
      </p:sp>
      <p:sp>
        <p:nvSpPr>
          <p:cNvPr id="2" name="Google Shape;217;p29">
            <a:extLst>
              <a:ext uri="{FF2B5EF4-FFF2-40B4-BE49-F238E27FC236}">
                <a16:creationId xmlns:a16="http://schemas.microsoft.com/office/drawing/2014/main" id="{5BB09D62-BF6A-DB34-274C-168462175DAA}"/>
              </a:ext>
            </a:extLst>
          </p:cNvPr>
          <p:cNvSpPr txBox="1">
            <a:spLocks/>
          </p:cNvSpPr>
          <p:nvPr/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" dirty="0"/>
              <a:t>06</a:t>
            </a:r>
          </a:p>
        </p:txBody>
      </p:sp>
      <p:cxnSp>
        <p:nvCxnSpPr>
          <p:cNvPr id="7" name="Google Shape;230;p29">
            <a:extLst>
              <a:ext uri="{FF2B5EF4-FFF2-40B4-BE49-F238E27FC236}">
                <a16:creationId xmlns:a16="http://schemas.microsoft.com/office/drawing/2014/main" id="{E7A130C1-8D36-5669-4FC9-F21CE2589541}"/>
              </a:ext>
            </a:extLst>
          </p:cNvPr>
          <p:cNvCxnSpPr/>
          <p:nvPr/>
        </p:nvCxnSpPr>
        <p:spPr>
          <a:xfrm>
            <a:off x="9035454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220;p29">
            <a:extLst>
              <a:ext uri="{FF2B5EF4-FFF2-40B4-BE49-F238E27FC236}">
                <a16:creationId xmlns:a16="http://schemas.microsoft.com/office/drawing/2014/main" id="{63A31314-ACE2-D4CA-7A22-1F63F120AAC0}"/>
              </a:ext>
            </a:extLst>
          </p:cNvPr>
          <p:cNvSpPr txBox="1">
            <a:spLocks/>
          </p:cNvSpPr>
          <p:nvPr/>
        </p:nvSpPr>
        <p:spPr>
          <a:xfrm>
            <a:off x="7970937" y="5098529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F8566A2B-ED76-4092-EA96-FF18F5B4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7D1C7F58-E828-6439-5C3B-CAF93DB392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62DDF014-B783-F51C-7602-1E573D2EE41D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2AEFA63-4FDF-4240-0E9D-6235E1DC4586}"/>
              </a:ext>
            </a:extLst>
          </p:cNvPr>
          <p:cNvSpPr txBox="1"/>
          <p:nvPr/>
        </p:nvSpPr>
        <p:spPr>
          <a:xfrm>
            <a:off x="762000" y="1101132"/>
            <a:ext cx="11538857" cy="658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that takes another function as an argument OR returns a function.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JavaScript, many array methods (map, filter, reduce, etc.) are higher-order functions.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Map()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map()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higher-order array method.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creates a new array by applying a function to each element of the original array.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array is not changed.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array.map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(function(element, index, array)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// return new value for this element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});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16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9F2CF2C-5443-6982-28C0-4224610B4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5B2C6780-82A9-45CB-BB5C-4BFF5A6205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FF8D4BCF-7407-9083-2F1E-DFC17D253069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62C969D-7D67-4CAE-4F0B-D9EDE77685FC}"/>
              </a:ext>
            </a:extLst>
          </p:cNvPr>
          <p:cNvSpPr txBox="1"/>
          <p:nvPr/>
        </p:nvSpPr>
        <p:spPr>
          <a:xfrm>
            <a:off x="762000" y="1101132"/>
            <a:ext cx="11538857" cy="4284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Map()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numbers = [1, 2, 3, 4];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squares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numbers.map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(function(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return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*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console.log(squares); // [1, 4, 9, 16]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console.log(numbers); // [1, 2, 3, 4] (unchanged)</a:t>
            </a:r>
          </a:p>
        </p:txBody>
      </p:sp>
    </p:spTree>
    <p:extLst>
      <p:ext uri="{BB962C8B-B14F-4D97-AF65-F5344CB8AC3E}">
        <p14:creationId xmlns:p14="http://schemas.microsoft.com/office/powerpoint/2010/main" val="3601527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ECC9875-E30D-72DB-71B0-D00E1879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DB92434A-5CCE-9726-17AC-F6A4ECA945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D87DD97D-5460-5117-0D8D-C854FE954A5F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D02563F-4687-E1E7-5452-06C4BD96047B}"/>
              </a:ext>
            </a:extLst>
          </p:cNvPr>
          <p:cNvSpPr txBox="1"/>
          <p:nvPr/>
        </p:nvSpPr>
        <p:spPr>
          <a:xfrm>
            <a:off x="762000" y="1101132"/>
            <a:ext cx="11538857" cy="4284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Map()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Swap Cases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name = “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kHaLId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”;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swap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name.split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(“”).map(function 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return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===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ele.toUpperCase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() ?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Ele.toLowerCase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() :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ele.toUpperCase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}).join(“”);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console.log(swap);</a:t>
            </a:r>
          </a:p>
        </p:txBody>
      </p:sp>
    </p:spTree>
    <p:extLst>
      <p:ext uri="{BB962C8B-B14F-4D97-AF65-F5344CB8AC3E}">
        <p14:creationId xmlns:p14="http://schemas.microsoft.com/office/powerpoint/2010/main" val="730637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9AB9816-01BE-7C52-9279-ECB8F75C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69BE35A4-DC41-A5B9-BC87-C819FFA81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4C8BC49-EAF0-D1CB-C21A-13DC6960F12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D3CEF5E-9E88-A67F-BF8F-75F8D82B12FE}"/>
              </a:ext>
            </a:extLst>
          </p:cNvPr>
          <p:cNvSpPr txBox="1"/>
          <p:nvPr/>
        </p:nvSpPr>
        <p:spPr>
          <a:xfrm>
            <a:off x="762000" y="1101132"/>
            <a:ext cx="11538857" cy="376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Map()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Inverted Numbers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numbers = [1, -10, -20, 15, 100, -30];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invert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numbers.map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(function 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return –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console.log(invert);</a:t>
            </a:r>
          </a:p>
        </p:txBody>
      </p:sp>
    </p:spTree>
    <p:extLst>
      <p:ext uri="{BB962C8B-B14F-4D97-AF65-F5344CB8AC3E}">
        <p14:creationId xmlns:p14="http://schemas.microsoft.com/office/powerpoint/2010/main" val="3175447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5EF9AC4-A490-7DE9-959C-D7D690D99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9A9F7B7B-BCCF-2D7A-C7A2-B4ACEB1A64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B7E77F6F-B8F9-224E-B09C-54D301B45E85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0081B60-014B-672F-98AA-E4F17ED53D62}"/>
              </a:ext>
            </a:extLst>
          </p:cNvPr>
          <p:cNvSpPr txBox="1"/>
          <p:nvPr/>
        </p:nvSpPr>
        <p:spPr>
          <a:xfrm>
            <a:off x="762000" y="1101132"/>
            <a:ext cx="11538857" cy="376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Map()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4: ignore Boolean value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mix = “Kha123l5id8”;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ignore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mix.split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(“”).map(function 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return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isNaN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parseInt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)) ?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: “”;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}).join(“”);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console.log(ignore);</a:t>
            </a:r>
          </a:p>
        </p:txBody>
      </p:sp>
    </p:spTree>
    <p:extLst>
      <p:ext uri="{BB962C8B-B14F-4D97-AF65-F5344CB8AC3E}">
        <p14:creationId xmlns:p14="http://schemas.microsoft.com/office/powerpoint/2010/main" val="502202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E857C7A-4E77-0C46-8A38-EF457DD8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544CBA99-AF9F-0DF0-C181-F7F1172A07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EEDFF686-80A7-0F1D-637C-1592575AB574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E25530-75AB-128B-5C62-35A50BE6E990}"/>
              </a:ext>
            </a:extLst>
          </p:cNvPr>
          <p:cNvSpPr txBox="1"/>
          <p:nvPr/>
        </p:nvSpPr>
        <p:spPr>
          <a:xfrm>
            <a:off x="762000" y="1101133"/>
            <a:ext cx="11538857" cy="5997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2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Filter()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filter()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higher-order array method.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checks each element in an array using a condition (a function).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returns a new array with only the elements that pass the condition (true).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array is not changed.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array.filter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(function(element, index, array)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// return true if element should stay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// return false if element should be removed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});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185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54BF689E-2E86-4EB3-D0FB-247AE1717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C78B1439-8D65-19E3-6E87-A03E292AA0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FBEE84F7-59AA-0140-4732-E462C3462A6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FACC6E9-DD28-C6AD-0BC1-DD71664756A6}"/>
              </a:ext>
            </a:extLst>
          </p:cNvPr>
          <p:cNvSpPr txBox="1"/>
          <p:nvPr/>
        </p:nvSpPr>
        <p:spPr>
          <a:xfrm>
            <a:off x="762000" y="1101133"/>
            <a:ext cx="11538857" cy="2714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2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Filter()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numbers = [1, 2, 3, 4, 5, 6];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evens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numbers.filter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=&gt;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% 2 === 0);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console.log(evens); // [2, 4, 6]</a:t>
            </a:r>
          </a:p>
        </p:txBody>
      </p:sp>
    </p:spTree>
    <p:extLst>
      <p:ext uri="{BB962C8B-B14F-4D97-AF65-F5344CB8AC3E}">
        <p14:creationId xmlns:p14="http://schemas.microsoft.com/office/powerpoint/2010/main" val="3080357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0ED4E58-9761-5D47-5642-0116B75ED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DFCA7F81-4D69-7F56-69F9-CD0CB1E9F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DE29680-06F2-E6C1-9F5C-C81E080F216D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50B2A9-3362-FFF8-627B-EE882B702A0B}"/>
              </a:ext>
            </a:extLst>
          </p:cNvPr>
          <p:cNvSpPr txBox="1"/>
          <p:nvPr/>
        </p:nvSpPr>
        <p:spPr>
          <a:xfrm>
            <a:off x="762000" y="1101132"/>
            <a:ext cx="11538857" cy="376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2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Filter()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Get Names starts with A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names = [“Ahmed”, “Suhayb”, “Xuseen”, “Aadan”, “Ali”, “Mohamed”];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filter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names.filter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(function 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return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ele.startsWith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(“A”) ? True : false;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Console.log(filter);</a:t>
            </a:r>
          </a:p>
        </p:txBody>
      </p:sp>
    </p:spTree>
    <p:extLst>
      <p:ext uri="{BB962C8B-B14F-4D97-AF65-F5344CB8AC3E}">
        <p14:creationId xmlns:p14="http://schemas.microsoft.com/office/powerpoint/2010/main" val="365177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4722E3E-D287-1097-F86B-321741AF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F5D8DE9-B5C3-F949-A2D6-0B13FAC81F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7B90F293-E0FF-9DEC-B0E2-AA7466E84C5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6B6CFB6-56AA-D6AC-C486-F6F39A012411}"/>
              </a:ext>
            </a:extLst>
          </p:cNvPr>
          <p:cNvSpPr txBox="1"/>
          <p:nvPr/>
        </p:nvSpPr>
        <p:spPr>
          <a:xfrm>
            <a:off x="762000" y="1101132"/>
            <a:ext cx="11538857" cy="376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2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Filter()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Filter words more than 4 Characters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sentence = “I Love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Foood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Code Too Playing Much”;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filter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sentence.split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(“ ”).filter(function 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return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ele.length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&lt;= 4;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}).join(“ ”);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Console.log(filter);</a:t>
            </a:r>
          </a:p>
        </p:txBody>
      </p:sp>
    </p:spTree>
    <p:extLst>
      <p:ext uri="{BB962C8B-B14F-4D97-AF65-F5344CB8AC3E}">
        <p14:creationId xmlns:p14="http://schemas.microsoft.com/office/powerpoint/2010/main" val="3824732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A1066AA2-8643-0067-8688-5F747F192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8B148130-EA40-2CEE-E819-3A6741E495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EE81FF13-6067-21DB-B6C3-62587815A261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3D4E8DC-46E8-CDB6-F14F-9B81CAAADEE8}"/>
              </a:ext>
            </a:extLst>
          </p:cNvPr>
          <p:cNvSpPr txBox="1"/>
          <p:nvPr/>
        </p:nvSpPr>
        <p:spPr>
          <a:xfrm>
            <a:off x="762000" y="1101133"/>
            <a:ext cx="11092544" cy="3303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reduce()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reduce()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higher-order array method.</a:t>
            </a:r>
          </a:p>
          <a:p>
            <a:pPr>
              <a:lnSpc>
                <a:spcPct val="20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goes through an array and reduces it to a single value (like sum, product, max, object, etc.).</a:t>
            </a:r>
          </a:p>
          <a:p>
            <a:pPr>
              <a:lnSpc>
                <a:spcPct val="20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step by step, carrying an accumulator (running total) across elements.</a:t>
            </a:r>
          </a:p>
        </p:txBody>
      </p:sp>
    </p:spTree>
    <p:extLst>
      <p:ext uri="{BB962C8B-B14F-4D97-AF65-F5344CB8AC3E}">
        <p14:creationId xmlns:p14="http://schemas.microsoft.com/office/powerpoint/2010/main" val="793497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771CE89-E4DC-652C-4BE9-EA13629F5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CF0DFB1-B69B-C7ED-FFEF-0A048736D6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165FD557-52C5-5CA2-F6F2-E7D7B50F8F64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E6060C5-99A9-8C04-3588-D97F9FA645B5}"/>
              </a:ext>
            </a:extLst>
          </p:cNvPr>
          <p:cNvSpPr txBox="1"/>
          <p:nvPr/>
        </p:nvSpPr>
        <p:spPr>
          <a:xfrm>
            <a:off x="762000" y="1101133"/>
            <a:ext cx="11092544" cy="60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reduce()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array.reduce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(function(accumulator,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currentValue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, index, array)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// return new accumulator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},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initialValue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accumulator - result carried over between steps.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currentValue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current element of the array.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- (optional) position of the element.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- (optional) the original array.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initialValue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starting value for the accumulator.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207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820EEF3-3D37-85E1-AEED-13A3E626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0DDC4D53-4C01-2941-0DA9-060913E3D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5E76F9D6-3BBA-2FD6-2744-5E549461B6AA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2DC4871-6E89-2304-CB98-D22DD4EC3BA9}"/>
              </a:ext>
            </a:extLst>
          </p:cNvPr>
          <p:cNvSpPr txBox="1"/>
          <p:nvPr/>
        </p:nvSpPr>
        <p:spPr>
          <a:xfrm>
            <a:off x="762000" y="1101133"/>
            <a:ext cx="11092544" cy="536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reduce()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Sum of Numbers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numbers = [1, 2, 3, 4];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sum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numbers.reduce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acc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 =&gt;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acc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+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, 0);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console.log(sum); // 10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Multiply Numbers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numbers = [2, 3, 4];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product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numbers.reduce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acc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 =&gt;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acc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*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, 1);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console.log(product); // 24</a:t>
            </a:r>
          </a:p>
        </p:txBody>
      </p:sp>
    </p:spTree>
    <p:extLst>
      <p:ext uri="{BB962C8B-B14F-4D97-AF65-F5344CB8AC3E}">
        <p14:creationId xmlns:p14="http://schemas.microsoft.com/office/powerpoint/2010/main" val="2478542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176D14E6-5D27-D20E-F5B6-0234924F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A2E7A9B7-6998-80D8-AAD8-59032B5B27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8130E956-9E92-5A47-24A3-70EA6BA2913D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9A738D-904A-6051-D719-77FEACD0FEDD}"/>
              </a:ext>
            </a:extLst>
          </p:cNvPr>
          <p:cNvSpPr txBox="1"/>
          <p:nvPr/>
        </p:nvSpPr>
        <p:spPr>
          <a:xfrm>
            <a:off x="762000" y="1101133"/>
            <a:ext cx="11157857" cy="3237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reduce()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Find Maximum Number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numbers = [10, 50, 30, 70, 20];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max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numbers.reduce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acc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 =&gt; 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&gt;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acc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?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: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acc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), numbers[0]);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console.log(max); // 70</a:t>
            </a:r>
          </a:p>
        </p:txBody>
      </p:sp>
    </p:spTree>
    <p:extLst>
      <p:ext uri="{BB962C8B-B14F-4D97-AF65-F5344CB8AC3E}">
        <p14:creationId xmlns:p14="http://schemas.microsoft.com/office/powerpoint/2010/main" val="4185753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94FE3288-690A-741A-F34E-8FFCC1B8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431DD6A-0786-30C1-8FA4-2AC41D3E4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7A627FDA-BC2E-2E0F-39FF-C18858FD574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65F11A1-4DAC-7F78-7DB6-787A7919BF14}"/>
              </a:ext>
            </a:extLst>
          </p:cNvPr>
          <p:cNvSpPr txBox="1"/>
          <p:nvPr/>
        </p:nvSpPr>
        <p:spPr>
          <a:xfrm>
            <a:off x="762000" y="1101133"/>
            <a:ext cx="11430001" cy="4807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reduce()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4: Count Word Frequency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words = ["apple", "banana", "apple", "orange", "banana", "apple"];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count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words.reduce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acc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, word) =&gt;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acc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[word] = 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acc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[word] || 0) + 1;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return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acc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}, {});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console.log(count);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// { apple: 3, banana: 2, orange: 1 }</a:t>
            </a:r>
          </a:p>
        </p:txBody>
      </p:sp>
    </p:spTree>
    <p:extLst>
      <p:ext uri="{BB962C8B-B14F-4D97-AF65-F5344CB8AC3E}">
        <p14:creationId xmlns:p14="http://schemas.microsoft.com/office/powerpoint/2010/main" val="182190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4482286D-0A9A-0B1D-9391-D0FE0BD2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75640276-F033-8525-0E68-FE978F9B3C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E3DA7881-62C7-F862-4F59-FD27EE1F92AA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A1AD4C2-496B-5997-5DD1-270623C20B4A}"/>
              </a:ext>
            </a:extLst>
          </p:cNvPr>
          <p:cNvSpPr txBox="1"/>
          <p:nvPr/>
        </p:nvSpPr>
        <p:spPr>
          <a:xfrm>
            <a:off x="762000" y="1101133"/>
            <a:ext cx="11092544" cy="39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4"/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forEach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forEach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higher-order array method.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loops through each element of an array.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runs a function for every element, but it does not return a new array (unlike map() or filter()).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mainly used for side effects - like printing, updating variables, or changing external data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2955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EEAEA45-F2F3-DADF-FE1E-F3A328123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F31F86AC-111B-AB25-7DB7-F5A1D281F1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8EE8AD1D-F534-E0AC-ED57-CB9B99D34786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764CED9-9EBD-22D6-908B-44D933FF03D2}"/>
              </a:ext>
            </a:extLst>
          </p:cNvPr>
          <p:cNvSpPr txBox="1"/>
          <p:nvPr/>
        </p:nvSpPr>
        <p:spPr>
          <a:xfrm>
            <a:off x="762000" y="1101133"/>
            <a:ext cx="11092544" cy="4366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4"/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forEach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array.forEach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(function(element, index, array)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// code here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});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- current item in the array.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- (optional) position of the element.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- (optional) the original array.</a:t>
            </a:r>
          </a:p>
        </p:txBody>
      </p:sp>
    </p:spTree>
    <p:extLst>
      <p:ext uri="{BB962C8B-B14F-4D97-AF65-F5344CB8AC3E}">
        <p14:creationId xmlns:p14="http://schemas.microsoft.com/office/powerpoint/2010/main" val="430101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A54EA95-AA7D-04A6-083A-5179D244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7828707D-8EDD-8B06-74A0-82A0086C3C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F97EC0F7-51A8-8A9A-F96E-6C10AB1C53ED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20A1C3-2CD6-DF66-276C-5D15D995B836}"/>
              </a:ext>
            </a:extLst>
          </p:cNvPr>
          <p:cNvSpPr txBox="1"/>
          <p:nvPr/>
        </p:nvSpPr>
        <p:spPr>
          <a:xfrm>
            <a:off x="762000" y="1101132"/>
            <a:ext cx="11092544" cy="376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4"/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forEach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Print Numbers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numbers = [1, 2, 3];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numbers.forEach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=&gt; console.log(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// Output: 1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//         2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//         3</a:t>
            </a:r>
          </a:p>
        </p:txBody>
      </p:sp>
    </p:spTree>
    <p:extLst>
      <p:ext uri="{BB962C8B-B14F-4D97-AF65-F5344CB8AC3E}">
        <p14:creationId xmlns:p14="http://schemas.microsoft.com/office/powerpoint/2010/main" val="2194791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9AD3885D-EF56-2969-2302-EABE4036B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B470EFEA-08A3-87BB-F746-A330742E46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Higher Order Function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59A6496D-6CAD-9EC8-0445-89FFA8D4152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8B25ED-A3FC-061B-96E1-C4D89236A63E}"/>
              </a:ext>
            </a:extLst>
          </p:cNvPr>
          <p:cNvSpPr txBox="1"/>
          <p:nvPr/>
        </p:nvSpPr>
        <p:spPr>
          <a:xfrm>
            <a:off x="762000" y="1101132"/>
            <a:ext cx="11092544" cy="4284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4"/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forEach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Add to Total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prices = [10, 20, 30];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total = 0;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prices.forEach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(price =&gt;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total += price;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console.log(total); // 60</a:t>
            </a:r>
          </a:p>
        </p:txBody>
      </p:sp>
    </p:spTree>
    <p:extLst>
      <p:ext uri="{BB962C8B-B14F-4D97-AF65-F5344CB8AC3E}">
        <p14:creationId xmlns:p14="http://schemas.microsoft.com/office/powerpoint/2010/main" val="115592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1173</Words>
  <Application>Microsoft Office PowerPoint</Application>
  <PresentationFormat>Widescreen</PresentationFormat>
  <Paragraphs>165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Times New Roman</vt:lpstr>
      <vt:lpstr>Wingdings</vt:lpstr>
      <vt:lpstr>Office Theme</vt:lpstr>
      <vt:lpstr>PowerPoint Presentation</vt:lpstr>
      <vt:lpstr>What we Cover Today: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  <vt:lpstr>Higher Order Function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1</cp:revision>
  <dcterms:created xsi:type="dcterms:W3CDTF">2025-12-15T16:47:06Z</dcterms:created>
  <dcterms:modified xsi:type="dcterms:W3CDTF">2025-12-15T16:50:54Z</dcterms:modified>
</cp:coreProperties>
</file>