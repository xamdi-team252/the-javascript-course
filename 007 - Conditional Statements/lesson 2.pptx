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852" r:id="rId2"/>
    <p:sldId id="470" r:id="rId3"/>
    <p:sldId id="382" r:id="rId4"/>
    <p:sldId id="383" r:id="rId5"/>
    <p:sldId id="384" r:id="rId6"/>
    <p:sldId id="385" r:id="rId7"/>
    <p:sldId id="386" r:id="rId8"/>
    <p:sldId id="3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77A1A-0AB7-45D4-B841-F17FCA46F97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2FEB8-392E-40A4-BFC3-9A62F6952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71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613D8C1-E205-3309-6149-B71DF6EA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28B7394-B9C4-974D-42A2-CA60A63FB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E831F09-2E3D-764E-6CFC-2790C8767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9640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F7D4E20-34BA-1605-1912-93B04890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5DC40E8-1490-6D55-11F0-A5B625F9F2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22C52C4-ACAA-C304-D8B0-F842B8712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512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C67A77C-B09F-F77F-A2C3-CD2BB187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F95DA3F-E2E6-C164-4FCC-4F24161F7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40B36A6-CAD4-E7E6-3CA2-5D1231E14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18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81788C3-0732-7D3C-023E-F0E9E290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4B37978-94A9-E7A7-463B-0A75B2F2B8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EEF16BB-51B2-55E1-1228-8E385C55F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2024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514C8AC-93BC-B5C8-7389-A462E130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0B1170BD-DFDE-550A-319A-DD2C5F06D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D3EA5D1-AE95-F35D-ADE0-E88809B12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741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D04CD17-E4B5-D2E0-4997-CD58604B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C3F1DB7-B516-C374-18AB-636B7814F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0D0184B-10A4-A8F7-6B0C-0EA7F3921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2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B67C-22F7-88F8-0AB6-62C74F151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F08F3-BF65-13E2-F99C-B5962F089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090C-7C6A-5887-4009-DEEEF5E2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38F3-F57B-1CB8-DE98-A61BD003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A265-C4F4-D6E6-4844-CF61EDFA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7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6F91-BD62-DBD1-9FB9-B2B9FADA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509A3-C3DA-0B2D-44A4-6461FFADC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20C8C-0905-25D8-D561-792ADFD2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31D94-8AC4-AE26-0275-5CFFE061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7D9FC-19B5-6595-DA02-33EE5BCE0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4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7BF80-5C9D-CD30-3281-361B1E00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D0910-330F-B092-E0F6-C81A8B5FD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A5191-864B-124C-98BD-7364D4CB6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53BEF-CD71-5F76-A496-2A24D1AE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A8E95-1E7D-AE08-8761-765C5944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6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557C-68FF-0D79-4AC4-A44C23BC4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D920C-125E-BAEF-94D2-EC825A152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06CBF-1EB8-F83A-EA78-4D3719C9E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274BB-E9E1-CB69-B821-22E34714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E4321-40DC-9CB8-4D48-9924B265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B2156-E9F1-8342-D7F8-2ECD6DF8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171D-0931-E3B5-FC34-FBE935BA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568E-0260-600F-B28F-6A5285250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CA043-C170-2D5B-0390-8C77633E1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A007F-BFE9-28ED-0A1C-93CA584BC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957279-5FC0-EED6-16CC-96771AAB5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2340A-E0CD-C2BC-D915-61E52A7C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EA710-9610-A77C-0C73-3AB66696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7A3B0-942E-31F7-EE42-F358B3CF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4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EDDA0-A92B-0A19-A5EE-534CDA44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5DD7D-15E0-A885-4722-2704E17C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B32DB-11A5-6A04-84E1-74D85FA7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59B8C-8C7C-A72F-F5BA-F2BA8AC4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3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DE315-308D-5E34-66F4-B68E2F69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30FDE-46DE-383F-0E04-445376C1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E292E-A4C5-45A7-467D-F4062E1E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7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FD32-793E-83BD-8390-8E1DC7A29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561EB-198B-3BF9-C834-44385855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9E036-9374-EB3D-4E80-5ECCC1676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A8C53-057C-6903-C344-E1F6F89E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E4277-C64D-E0DE-EB61-43631E5F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2929D-46CC-A220-7029-88DAE3E0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6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D9F80-1A3B-F4BD-58D2-E5126CF0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1EF26-0C91-A53D-43BE-A3CA95AE0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205E9-500A-A101-88EE-652FDDC6A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333B2-6C21-A9A2-B712-4F064E13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EF9E3-2CFD-DC0B-4A61-776B5AE00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7871-7AE4-0AD1-234E-6EF0AE7F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4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5C3C-B76A-5FA9-A409-A0BBF121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88118-F027-5FEA-AD70-325F36910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2409A-7921-A50F-A004-831E7B24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2CBF8-2118-09EE-8062-4707284F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5B53-B846-D967-4A91-20F72162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80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85952-42FC-7C20-16F4-DE94179B1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FEF71-E7CC-8ACA-4968-D899484D0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C06EE-5834-8B6C-90C1-757CB10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4B47-83C2-9857-9FD4-5CAC864E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6A51C-C5E2-2CCB-98B7-AE39C6E9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20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545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743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EC9B0-08A8-57DA-BC56-4C627720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B63A-6AFC-D101-DF9B-412EB6BB2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47BA8-3072-2FBD-9302-2F44DD1C5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CF8FE-978A-44FE-BF75-CC051BF9CFD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7868D-0CF9-9CF3-FA2C-A1362BE69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A3B97-1C27-BA5C-4EAA-CC5D22778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75FA5-F36D-4D88-8921-2821E4B29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3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JavaScript Conditional Statement and Loops">
            <a:extLst>
              <a:ext uri="{FF2B5EF4-FFF2-40B4-BE49-F238E27FC236}">
                <a16:creationId xmlns:a16="http://schemas.microsoft.com/office/drawing/2014/main" id="{BD8B2D2A-AC6C-0E74-CEC2-AFECD89E4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95E203-024B-94C6-4D59-377F52D15999}"/>
              </a:ext>
            </a:extLst>
          </p:cNvPr>
          <p:cNvSpPr/>
          <p:nvPr/>
        </p:nvSpPr>
        <p:spPr>
          <a:xfrm>
            <a:off x="5116286" y="1774372"/>
            <a:ext cx="2950029" cy="707571"/>
          </a:xfrm>
          <a:prstGeom prst="rect">
            <a:avLst/>
          </a:prstGeom>
          <a:solidFill>
            <a:srgbClr val="F0DE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1426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dirty="0"/>
              <a:t>T</a:t>
            </a:r>
            <a:r>
              <a:rPr lang="en-US" dirty="0"/>
              <a:t>he Conditional Ternary Operator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344400" y="2876545"/>
            <a:ext cx="35032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/>
              <a:t>T</a:t>
            </a:r>
            <a:r>
              <a:rPr lang="en-US" sz="2400" dirty="0"/>
              <a:t>he </a:t>
            </a:r>
            <a:r>
              <a:rPr lang="en-US" sz="2400" dirty="0" err="1"/>
              <a:t>Nullish</a:t>
            </a:r>
            <a:r>
              <a:rPr lang="en-US" sz="2400" dirty="0"/>
              <a:t> Coalescing Operator (??)</a:t>
            </a:r>
            <a:endParaRPr lang="en-GB" sz="2400" dirty="0"/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/>
              <a:t>T</a:t>
            </a:r>
            <a:r>
              <a:rPr lang="en-US" sz="2400" dirty="0"/>
              <a:t>he Logical OR (</a:t>
            </a:r>
            <a:r>
              <a:rPr lang="en-US" sz="2400" dirty="0">
                <a:latin typeface="Consolas" panose="020B0609020204030204" pitchFamily="49" charset="0"/>
              </a:rPr>
              <a:t>||</a:t>
            </a:r>
            <a:r>
              <a:rPr lang="en-US" sz="2400" dirty="0"/>
              <a:t>)</a:t>
            </a:r>
            <a:endParaRPr lang="en-GB" sz="2400" dirty="0"/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/>
              <a:t>Switch Statement</a:t>
            </a:r>
            <a:endParaRPr lang="en-GB" sz="2400" dirty="0"/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/>
              <a:t>Exercise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4ABF511-8321-CE53-F879-F839FFC1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5D9019C-6FB7-80E1-7234-21D4DD1B54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T</a:t>
            </a:r>
            <a:r>
              <a:rPr lang="en-US" dirty="0"/>
              <a:t>he Conditional Ternary Operator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7012068-0851-83EF-84CC-349386DA5AC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71F966-EBB8-27F2-1040-889087A65C2B}"/>
              </a:ext>
            </a:extLst>
          </p:cNvPr>
          <p:cNvSpPr txBox="1"/>
          <p:nvPr/>
        </p:nvSpPr>
        <p:spPr>
          <a:xfrm>
            <a:off x="960001" y="1101132"/>
            <a:ext cx="11025172" cy="442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short way to write an if...else.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Called ternary operator because it has 3 parts.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</a:t>
            </a:r>
          </a:p>
          <a:p>
            <a:pPr lvl="0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(</a:t>
            </a:r>
            <a:r>
              <a:rPr lang="en-US" sz="2267" i="1" dirty="0">
                <a:latin typeface="Consolas" panose="020B0609020204030204" pitchFamily="49" charset="0"/>
              </a:rPr>
              <a:t>condition</a:t>
            </a:r>
            <a:r>
              <a:rPr lang="en-US" sz="2267" dirty="0">
                <a:latin typeface="Consolas" panose="020B0609020204030204" pitchFamily="49" charset="0"/>
              </a:rPr>
              <a:t>) ?</a:t>
            </a:r>
            <a:r>
              <a:rPr lang="en-US" sz="2267" i="1" dirty="0">
                <a:latin typeface="Consolas" panose="020B0609020204030204" pitchFamily="49" charset="0"/>
              </a:rPr>
              <a:t> expression1</a:t>
            </a:r>
            <a:r>
              <a:rPr lang="en-US" sz="2267" dirty="0">
                <a:latin typeface="Consolas" panose="020B0609020204030204" pitchFamily="49" charset="0"/>
              </a:rPr>
              <a:t> : </a:t>
            </a:r>
            <a:r>
              <a:rPr lang="en-US" sz="2267" i="1" dirty="0">
                <a:latin typeface="Consolas" panose="020B0609020204030204" pitchFamily="49" charset="0"/>
              </a:rPr>
              <a:t>expression2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 – a test (true or false)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expression1 – what to do if true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expression2 – what to do if false</a:t>
            </a:r>
            <a:endParaRPr lang="en-GB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7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628BE80-0D75-BB4F-15E2-A66369C9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FC4B919-609B-4E26-9497-7E4F313315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T</a:t>
            </a:r>
            <a:r>
              <a:rPr lang="en-US" dirty="0"/>
              <a:t>he Conditional Ternary Operator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A8B8D4B-E5F9-4FC5-18BC-F0610EF508E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DA1A59-CE00-4825-68DF-2C9DCDB4C880}"/>
              </a:ext>
            </a:extLst>
          </p:cNvPr>
          <p:cNvSpPr txBox="1"/>
          <p:nvPr/>
        </p:nvSpPr>
        <p:spPr>
          <a:xfrm>
            <a:off x="960001" y="1101133"/>
            <a:ext cx="11025172" cy="422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CA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br>
              <a:rPr lang="en-CA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age = 20;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result = (age &gt;= 18) ? "Adult" : "Child";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console.log(result); // "Adult"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number = 7;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type = (number % 2 === 0) ? "Even" : "Odd";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console.log(type); // "Odd"</a:t>
            </a:r>
          </a:p>
        </p:txBody>
      </p:sp>
    </p:spTree>
    <p:extLst>
      <p:ext uri="{BB962C8B-B14F-4D97-AF65-F5344CB8AC3E}">
        <p14:creationId xmlns:p14="http://schemas.microsoft.com/office/powerpoint/2010/main" val="10142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F4B1CAC-3728-39A2-8607-0B562329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F768F92-70A4-252C-0CEC-7BF630F42E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T</a:t>
            </a:r>
            <a:r>
              <a:rPr lang="en-US" dirty="0"/>
              <a:t>he </a:t>
            </a:r>
            <a:r>
              <a:rPr lang="en-US" dirty="0" err="1"/>
              <a:t>Nullish</a:t>
            </a:r>
            <a:r>
              <a:rPr lang="en-US" dirty="0"/>
              <a:t> Coalescing Operator (??)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6BB55AE-066C-E559-3A93-5A6FADCD102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DC6D2F-9699-E756-D078-8669EB35C473}"/>
              </a:ext>
            </a:extLst>
          </p:cNvPr>
          <p:cNvSpPr txBox="1"/>
          <p:nvPr/>
        </p:nvSpPr>
        <p:spPr>
          <a:xfrm>
            <a:off x="960001" y="1101132"/>
            <a:ext cx="11025172" cy="483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?? operator returns the first argument if it is not </a:t>
            </a:r>
            <a:r>
              <a:rPr lang="en-GB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nullish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(null or undefined).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Otherwise it returns the second argument.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name = "" ?? "Guest";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console.log(name); // "" (keeps empty string)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age = 0 ?? 18;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console.log(age); // 0 (keeps zero)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city = null ?? "Hargeisa";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console.log(city); // "Hargeisa"</a:t>
            </a:r>
          </a:p>
        </p:txBody>
      </p:sp>
    </p:spTree>
    <p:extLst>
      <p:ext uri="{BB962C8B-B14F-4D97-AF65-F5344CB8AC3E}">
        <p14:creationId xmlns:p14="http://schemas.microsoft.com/office/powerpoint/2010/main" val="1012455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69FE7E4-F079-71AA-C598-31DD7618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D1B10D8E-8A64-CB95-6FFF-411D0767F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163360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T</a:t>
            </a:r>
            <a:r>
              <a:rPr lang="en-US" dirty="0"/>
              <a:t>he Logical OR (</a:t>
            </a:r>
            <a:r>
              <a:rPr lang="en-US" dirty="0">
                <a:latin typeface="Consolas" panose="020B0609020204030204" pitchFamily="49" charset="0"/>
              </a:rPr>
              <a:t>||</a:t>
            </a:r>
            <a:r>
              <a:rPr lang="en-US" dirty="0"/>
              <a:t>)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2EF01B3-8477-348F-BF8F-EF3F2A82599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544C63-7EC9-48AA-47BD-7FCB5C4EAD39}"/>
              </a:ext>
            </a:extLst>
          </p:cNvPr>
          <p:cNvSpPr txBox="1"/>
          <p:nvPr/>
        </p:nvSpPr>
        <p:spPr>
          <a:xfrm>
            <a:off x="960001" y="796333"/>
            <a:ext cx="11025172" cy="650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Checks left value.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left is false → return right.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left is true → return left.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False values in JS: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false, 0, "" (empty string), null, undefined, 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name = "" || "Guest";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console.log(name); // "Guest“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age = 0 || 18;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console.log(age); // 18</a:t>
            </a:r>
          </a:p>
          <a:p>
            <a:pPr lvl="0"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0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D130D60-98E4-BD52-D53C-E9351A9E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8B1E203-3F0E-0678-29C6-9D6A85ABE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Switch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D74A0AE-103E-9FB6-FDCA-18AD766BADE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D8C35B-88B4-51B1-04D1-DC2337EC303C}"/>
              </a:ext>
            </a:extLst>
          </p:cNvPr>
          <p:cNvSpPr txBox="1"/>
          <p:nvPr/>
        </p:nvSpPr>
        <p:spPr>
          <a:xfrm>
            <a:off x="960001" y="1101133"/>
            <a:ext cx="11025172" cy="5408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switch is often used as a more readable alternative to many if...else if...else statements, especially when dealing with multiple possible values.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switch(expression) {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case x: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// code block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break;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case y: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// code block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break;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default: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// code block</a:t>
            </a:r>
          </a:p>
          <a:p>
            <a:pPr lvl="0">
              <a:lnSpc>
                <a:spcPct val="150000"/>
              </a:lnSpc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679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4675DEB-0A69-E256-4C37-D8AA51BA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24C7193-A2A3-6729-61BA-5F53AB092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Switch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D7D1C22-EC93-2AD2-6900-32B6196D0CA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FE3BEF-1BAF-F703-E307-0057622CB69C}"/>
              </a:ext>
            </a:extLst>
          </p:cNvPr>
          <p:cNvSpPr txBox="1"/>
          <p:nvPr/>
        </p:nvSpPr>
        <p:spPr>
          <a:xfrm>
            <a:off x="960001" y="1101133"/>
            <a:ext cx="11025172" cy="521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000" dirty="0">
                <a:latin typeface="Consolas" panose="020B0609020204030204" pitchFamily="49" charset="0"/>
              </a:rPr>
              <a:t>switch (new Date().</a:t>
            </a:r>
            <a:r>
              <a:rPr lang="en-GB" sz="2000" dirty="0" err="1">
                <a:latin typeface="Consolas" panose="020B0609020204030204" pitchFamily="49" charset="0"/>
              </a:rPr>
              <a:t>getDay</a:t>
            </a:r>
            <a:r>
              <a:rPr lang="en-GB" sz="2000" dirty="0">
                <a:latin typeface="Consolas" panose="020B0609020204030204" pitchFamily="49" charset="0"/>
              </a:rPr>
              <a:t>()) {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case 0: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   day = "Sunday";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  break;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case 1: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   day = "Monday";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  break;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case 2: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    day = "Tuesday";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  break;</a:t>
            </a:r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20396-9436-1CD8-A372-4AC635E5EA60}"/>
              </a:ext>
            </a:extLst>
          </p:cNvPr>
          <p:cNvSpPr txBox="1"/>
          <p:nvPr/>
        </p:nvSpPr>
        <p:spPr>
          <a:xfrm>
            <a:off x="5883729" y="1101133"/>
            <a:ext cx="6101443" cy="558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Consolas" panose="020B0609020204030204" pitchFamily="49" charset="0"/>
              </a:rPr>
              <a:t>case 3: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   day = "Wednesday";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  break;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case 4: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   day = "Thursday";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  break;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case 5: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   day = "Friday";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  break;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 case 6: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    day = "Saturday";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99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521</Words>
  <Application>Microsoft Office PowerPoint</Application>
  <PresentationFormat>Widescreen</PresentationFormat>
  <Paragraphs>67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Wingdings</vt:lpstr>
      <vt:lpstr>Office Theme</vt:lpstr>
      <vt:lpstr>PowerPoint Presentation</vt:lpstr>
      <vt:lpstr>What we Cover Today:</vt:lpstr>
      <vt:lpstr>The Conditional Ternary Operator</vt:lpstr>
      <vt:lpstr>The Conditional Ternary Operator</vt:lpstr>
      <vt:lpstr>The Nullish Coalescing Operator (??)</vt:lpstr>
      <vt:lpstr>The Logical OR (||)</vt:lpstr>
      <vt:lpstr>Switch Statement</vt:lpstr>
      <vt:lpstr>Switch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1</cp:revision>
  <dcterms:created xsi:type="dcterms:W3CDTF">2025-12-15T16:28:53Z</dcterms:created>
  <dcterms:modified xsi:type="dcterms:W3CDTF">2025-12-15T16:31:18Z</dcterms:modified>
</cp:coreProperties>
</file>