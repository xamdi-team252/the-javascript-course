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22" r:id="rId2"/>
    <p:sldId id="470" r:id="rId3"/>
    <p:sldId id="873" r:id="rId4"/>
    <p:sldId id="423" r:id="rId5"/>
    <p:sldId id="424" r:id="rId6"/>
    <p:sldId id="425" r:id="rId7"/>
    <p:sldId id="426" r:id="rId8"/>
    <p:sldId id="427" r:id="rId9"/>
    <p:sldId id="435" r:id="rId10"/>
    <p:sldId id="428" r:id="rId11"/>
    <p:sldId id="429" r:id="rId12"/>
    <p:sldId id="430" r:id="rId13"/>
    <p:sldId id="431" r:id="rId14"/>
    <p:sldId id="432" r:id="rId15"/>
    <p:sldId id="433" r:id="rId16"/>
    <p:sldId id="43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BCDCD-CD71-4FE8-953A-ABF09BF7564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0A8AC-FC22-4D95-83BE-25CE1CC94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2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11C2445-FBEF-1B0E-CAB1-2A22FFCF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A4F6FAE3-BD0D-E533-720F-9F2C99FE3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0DDCD92-2324-C86B-68F3-E9AC9365D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5603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8B219C7-05EC-A9B4-617C-7357E7C7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0F9DE330-46DC-279F-437B-8B0F00DBC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C0DB248-40AB-07CE-E43A-48C6312E6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774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B25A22E-559C-4B39-E761-CBC97358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059FC9B-5281-A4AB-3480-8F1DFA9C5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FD9173D-B8AF-6143-3C02-3E4D105AB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845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4A13ED2-AE04-93A5-3360-97EBD0351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C57642F-20D1-EE3B-4A81-1F56D2020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79AA483-58B6-1F6E-B758-73B943CB1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04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6EB0687-CD99-2330-A034-08F059BC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F5043EF-6268-A483-E456-7C47F9D52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D2F90B85-2138-62E8-6004-C467E3F80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422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DB60B4E-2BAA-8B34-0958-71F7C19E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86509E6-04F8-B984-0586-3F56FC3BB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4995CD6-E56A-235E-16CA-44A8BF81C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6073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B468171B-0840-B4A7-21C1-CD043275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F080505-FB3A-BBCB-5721-4FDA9BBEF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D7841EC-3CD6-76C0-BFC8-02AD2DC2A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7943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0EB667B-0965-2C27-F604-8BB5D305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2A86DD7-BCC6-E8F1-E4A9-B05AD5604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5B526FA-5C54-81EA-5B44-03C224999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851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F6E64B79-2716-7079-CD46-C3A9FA4C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5247B26-BE12-21DB-0483-CD6BE55F7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2C0622B2-4BB1-96E7-8755-9285425B85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62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BA7E9830-60D6-6354-0523-622E6D35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CCD62EC-3BED-49BD-B32F-CEFADC196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C7CD1D2-B1E3-F5E0-37D8-607F53F15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5242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E813BEA-DA0B-6F0F-F622-F6D7D184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5FE830F-D9F3-7BFA-A515-5CDE00219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E1375F3B-3A67-3647-6F6A-97C8F66AA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419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8DA8753-93FB-A259-1ED5-6E3B5D319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A3E995E-97AA-BE60-321C-A6C8E9F2E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B2FF899A-DB4A-5416-399E-C3362A384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7859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56FB36F-06CB-43D8-8B1C-79EAC8F3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3F8A5185-B539-158A-3D57-FCBF59D004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2AB577C-943A-6E40-28D3-AA3370D1F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667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B3056A9-3920-7F24-A3E4-C9AD7BF9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9FE1A87F-F68F-EB55-DEE5-498073B1E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89D6E0B-34EA-E39F-DB07-72EF2C993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439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59B0325C-054C-6B78-5117-D1BE09FA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C66A9B2-836D-54F6-E24B-3A8376A0D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F28A6F8-330A-4413-8E8F-C3C47DC0A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516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B3BA-6EC7-AC0F-CDD5-07883D798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C508D-C986-F5CB-CFF5-B15848DDF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C4A4F-301D-6828-79C9-56A893F4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9D413-20F7-CCBE-248F-83B8B898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71884-8788-F996-8E4B-1B981C77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39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C93E-037E-ED45-743F-53B4DD4F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7F914-6584-92EF-3262-06BFD39DF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CF916-3D4F-6885-A000-968AB785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2470E-130B-31F6-AD58-D20A15C7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2D198-1925-D427-6F0C-3F592C73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6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685C-446A-F097-0383-E5F9F4FE2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DF5E4-8F83-C434-FB9F-083D0A0E5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C6E84-03CD-2334-C314-C55527CC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C2BFE-80D6-CA6E-2593-530C9774C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F5161-ED69-75DB-DEA3-A7582235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2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A8A27-3AA5-2FEC-00D0-EA4D8D1E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51178-75EB-B6AC-7818-60514E1EC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9B9BF-EB69-80E1-967F-4C700A9FF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41279-501D-65FE-000A-F4C07918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D0BF7-5474-08D9-E5C0-6C3CAAF1E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65B42-1CC5-C3FC-5F55-952A3CA6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6BD5-A1E1-D4B3-5D01-B20FC603A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AC547-75D2-ABA6-9EF4-CBF482A1B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CA77F-B52D-DCC8-F934-01B08A175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6674B-8EEC-FBB6-3E83-05FFAEB07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B27DC-F9CA-2519-8F5E-2A481132A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EB242D-43BC-AC21-4962-B1D084D3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6F06-F8C5-D6DC-7631-3DD9A245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C93A63-44F9-937E-7774-F8B2E548C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2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26D7-A229-B889-27DF-1BCF91828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2FC68-5166-19BC-7353-3F4BBBE3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7AE77-A813-D122-C440-E001211D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1FFA2-46C7-BFA3-097C-A8C8C4CA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9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0F49F-41DE-7F9A-B236-231EFAE79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CA733-D94C-1C58-C935-36877366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5BFE2-0035-D065-FE33-CE397A2B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9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68F4-299E-CE1A-8FA7-12B025AA3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E5548-0585-3E02-990F-142E947E4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3064C-2500-3640-8883-E5C93E9EC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D95E5-2CC4-C31D-262E-6F6DE9C2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E0447-83A3-241E-D411-539495EB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13208-2F2A-EDF2-59C8-833DF4BB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9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A392-5287-3CCA-D787-27C45FE8A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FD109-FA38-CE9F-AEF1-F56B86BC5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F71D9-3254-D86A-E57A-4405CB688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0AE82-D1F3-7E57-0693-5B591300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6C408-2460-AA37-EB52-060017DE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22531-8D79-A65F-0B74-7A9F9C9C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53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A5ED-5DCE-8806-79EC-E398D251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372AE-5953-7BC7-9A80-2D8B3414B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C978-42F9-0C3E-CA84-C689DB4A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91E31-35E9-C325-FE8C-BE4A9CAA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AB9B9-3AC8-A1DE-EF7A-412E648E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0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FEC2B-A4F1-2221-B3F4-156FE9483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0046B-68E3-E544-573F-AAD79F14B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11E6B-BBA8-E807-9071-8DC9964E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CB7BF-7EF7-FA53-DFBB-6F2DEE80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B779D-7230-8F39-D144-7D6133A1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91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909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767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B84316-F3A5-E84C-66ED-4A0AB3C42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2F3FF-FF94-A6AA-0C27-43A8E4E91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A6820-4ED8-393F-6FFF-13D239161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EACFF-B2F9-4698-A808-3AC8E6E9A16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B429A-22DD-C785-553E-2A1BDCF7E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E0C9-1A1F-45E0-6303-192C66917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F2033-CF2C-49BB-B5DC-110D08E64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3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0696F3D-F282-6F37-6641-B96FD5A2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44BA9B5-DFF3-84A5-377A-B9E825AD8A0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2774590-675A-C344-DE82-9BCEE2D54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12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5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b="0" dirty="0">
                <a:latin typeface="DM Sans SemiBold"/>
                <a:ea typeface="DM Sans SemiBold"/>
                <a:cs typeface="DM Sans SemiBold"/>
                <a:sym typeface="DM Sans SemiBold"/>
              </a:rPr>
              <a:t>Function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0" name="Google Shape;230;p29"/>
          <p:cNvCxnSpPr/>
          <p:nvPr/>
        </p:nvCxnSpPr>
        <p:spPr>
          <a:xfrm>
            <a:off x="5527717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Parameters and Arguments</a:t>
            </a:r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Default Parameters</a:t>
            </a:r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Reset Parameters</a:t>
            </a:r>
          </a:p>
        </p:txBody>
      </p:sp>
      <p:sp>
        <p:nvSpPr>
          <p:cNvPr id="6" name="Google Shape;220;p29">
            <a:extLst>
              <a:ext uri="{FF2B5EF4-FFF2-40B4-BE49-F238E27FC236}">
                <a16:creationId xmlns:a16="http://schemas.microsoft.com/office/drawing/2014/main" id="{F2ABA3A9-70CA-444E-BC51-7CD0A40DE7DF}"/>
              </a:ext>
            </a:extLst>
          </p:cNvPr>
          <p:cNvSpPr txBox="1">
            <a:spLocks/>
          </p:cNvSpPr>
          <p:nvPr/>
        </p:nvSpPr>
        <p:spPr>
          <a:xfrm>
            <a:off x="4463200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CA" sz="2400" dirty="0"/>
              <a:t>Exercise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FA7B4AA-4DF0-C26E-49A8-B8FE42009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E2964317-0399-9061-EE57-1A0E35C0D0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359F0B2-22EF-C975-538D-C30BBC72A55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1DB497-EFE2-80F1-B376-7AA6B6B7703B}"/>
              </a:ext>
            </a:extLst>
          </p:cNvPr>
          <p:cNvSpPr txBox="1"/>
          <p:nvPr/>
        </p:nvSpPr>
        <p:spPr>
          <a:xfrm>
            <a:off x="960001" y="1101132"/>
            <a:ext cx="1102517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fundamental building blocks in all programming.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reusable block of code designed to perform a particular task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Functions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functions you can reuse code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write code that can be used many times.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the same code with different arguments, to produce different results.</a:t>
            </a:r>
          </a:p>
        </p:txBody>
      </p:sp>
    </p:spTree>
    <p:extLst>
      <p:ext uri="{BB962C8B-B14F-4D97-AF65-F5344CB8AC3E}">
        <p14:creationId xmlns:p14="http://schemas.microsoft.com/office/powerpoint/2010/main" val="205053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1988799-323E-F31C-A7C1-ECA5CD10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C4349983-BEBA-481F-EE99-FEF4A95175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4757C95E-5F09-7F54-5EFE-FE26C5537F9C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3828EB-B347-AF5D-8B95-A04ADF388D5B}"/>
              </a:ext>
            </a:extLst>
          </p:cNvPr>
          <p:cNvSpPr txBox="1"/>
          <p:nvPr/>
        </p:nvSpPr>
        <p:spPr>
          <a:xfrm>
            <a:off x="960001" y="1101133"/>
            <a:ext cx="11025172" cy="5014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Function in JavaScript: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it Function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Function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it Function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JavaScript means: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that is already made by JavaScript.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don’t need to write it yourself.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it directly.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alert(),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parseInt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(), console.log(), etc</a:t>
            </a:r>
          </a:p>
        </p:txBody>
      </p:sp>
    </p:spTree>
    <p:extLst>
      <p:ext uri="{BB962C8B-B14F-4D97-AF65-F5344CB8AC3E}">
        <p14:creationId xmlns:p14="http://schemas.microsoft.com/office/powerpoint/2010/main" val="653784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FCDF8B28-5B3A-A1E6-1418-3AFB83ED0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07018192-03D8-F322-7968-B2CE728246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8812845-C2E3-B4D5-63E4-5642B494F73C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14794C1-2C8B-7D38-5FF3-4CAA03EE4974}"/>
              </a:ext>
            </a:extLst>
          </p:cNvPr>
          <p:cNvSpPr txBox="1"/>
          <p:nvPr/>
        </p:nvSpPr>
        <p:spPr>
          <a:xfrm>
            <a:off x="960001" y="1101133"/>
            <a:ext cx="11025172" cy="486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Function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user-defined function is a function that you create yourself (not built-in).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make it when you want to do a task many times in your code.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Normal Function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functionName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// code 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take any input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the same code every time</a:t>
            </a:r>
          </a:p>
        </p:txBody>
      </p:sp>
    </p:spTree>
    <p:extLst>
      <p:ext uri="{BB962C8B-B14F-4D97-AF65-F5344CB8AC3E}">
        <p14:creationId xmlns:p14="http://schemas.microsoft.com/office/powerpoint/2010/main" val="417699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8321A6A-A757-FC87-840C-05ECBC16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255F02C-430F-E89F-E9AC-5DE905174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BF326486-3ADE-DE26-9734-CFA9CF236E9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41B625-BF08-1D30-FF2C-AE48E43263C5}"/>
              </a:ext>
            </a:extLst>
          </p:cNvPr>
          <p:cNvSpPr txBox="1"/>
          <p:nvPr/>
        </p:nvSpPr>
        <p:spPr>
          <a:xfrm>
            <a:off x="960001" y="1101133"/>
            <a:ext cx="11025172" cy="26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sayHello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console.log(“Hello, World!”);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sayHello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301223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D2820D7-CE28-F3BD-959B-A0DF7DFA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B374830C-3D40-1470-86E5-D77E983F7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F474965-8B6F-FAE7-941B-BCF2EE4940B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891E8CB-3C77-3999-40F4-437925843241}"/>
              </a:ext>
            </a:extLst>
          </p:cNvPr>
          <p:cNvSpPr txBox="1"/>
          <p:nvPr/>
        </p:nvSpPr>
        <p:spPr>
          <a:xfrm>
            <a:off x="960001" y="1101132"/>
            <a:ext cx="11025172" cy="372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Function with Parameters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functionName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(parameter1, parameter2, …)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// code 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input (parameters)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give different results depending on input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745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DA29ECB-2E66-9DD3-AAE1-DA40CA67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1679F92-EB6B-7A6F-0405-A4D4FA5538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3460B3FB-3ED7-8394-E110-A157555F250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3AC427-D7D9-501C-268B-DE79C1D17F59}"/>
              </a:ext>
            </a:extLst>
          </p:cNvPr>
          <p:cNvSpPr txBox="1"/>
          <p:nvPr/>
        </p:nvSpPr>
        <p:spPr>
          <a:xfrm>
            <a:off x="960001" y="1101132"/>
            <a:ext cx="11025172" cy="3730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greet(name)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console.log("Hello " + name);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greet("Ahmed");  // Output: Hello Ahmed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greet(“Asma");  // Output: Hello Asma</a:t>
            </a:r>
          </a:p>
        </p:txBody>
      </p:sp>
    </p:spTree>
    <p:extLst>
      <p:ext uri="{BB962C8B-B14F-4D97-AF65-F5344CB8AC3E}">
        <p14:creationId xmlns:p14="http://schemas.microsoft.com/office/powerpoint/2010/main" val="377292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8D2FBA5-450E-A499-D829-26E60955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65E9F2D-85AC-EE75-D525-C841CDFE9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7623060E-85AF-E04E-CFD8-C3FC1089E8E1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125890-863C-C279-702A-0102B6022976}"/>
              </a:ext>
            </a:extLst>
          </p:cNvPr>
          <p:cNvSpPr txBox="1"/>
          <p:nvPr/>
        </p:nvSpPr>
        <p:spPr>
          <a:xfrm>
            <a:off x="960001" y="1101132"/>
            <a:ext cx="110251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 vs Arguments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the 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listed in the function definition.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the 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the values that will be passed.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the 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passed to the function when it is invoked or called.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the 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received by the function.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71949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3FD5D3B-DDB2-19ED-26D5-D05E0F089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114F76C5-9F0E-D31A-7392-6C40BB23E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3260D40E-B4A4-89C0-0F48-5483110838F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FA3D9A3-602A-F48E-73D8-E247B478BB9D}"/>
              </a:ext>
            </a:extLst>
          </p:cNvPr>
          <p:cNvSpPr txBox="1"/>
          <p:nvPr/>
        </p:nvSpPr>
        <p:spPr>
          <a:xfrm>
            <a:off x="960001" y="1101132"/>
            <a:ext cx="11025172" cy="5763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Return Function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use return.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performs an action (like printing, showing alert).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cannot store its result in a variable.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</a:t>
            </a: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sayHello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(name) {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console.log("Hello " + name);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sayHello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("Ahmed");  // Output: Hello Ahmed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let result = </a:t>
            </a: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sayHello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("Ali");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console.log(result); // Output: undefined (because no return)</a:t>
            </a:r>
          </a:p>
        </p:txBody>
      </p:sp>
    </p:spTree>
    <p:extLst>
      <p:ext uri="{BB962C8B-B14F-4D97-AF65-F5344CB8AC3E}">
        <p14:creationId xmlns:p14="http://schemas.microsoft.com/office/powerpoint/2010/main" val="595072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0ABFE2D-AD9D-91E3-854F-773B5EC3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709C5B9D-5B0B-E66A-817E-E59A90BEF5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02E0407-5C30-8445-2416-FC53B13C6C3C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E7C9B9-5829-DE99-1E10-6C6AB2DF9269}"/>
              </a:ext>
            </a:extLst>
          </p:cNvPr>
          <p:cNvSpPr txBox="1"/>
          <p:nvPr/>
        </p:nvSpPr>
        <p:spPr>
          <a:xfrm>
            <a:off x="762000" y="1101133"/>
            <a:ext cx="11538857" cy="547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Parameters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Normally, when you make a function, you must pass values (arguments).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don’t give a value, the parameter will be undefined.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parameters let you give a value in advance, so if the user doesn’t provide one, JavaScript will use the default.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functionName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(param1 = defaultValue1, param2 = defaultValue2)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// code here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940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C707794-E259-9354-B26A-2DF33C61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18C0704E-3C4B-1276-F7B5-D919D968BE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2B0ED6A-1502-BA43-59F9-AE05D56BEAC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2593BB-10B4-B26F-65D1-D79EC2A3BF3A}"/>
              </a:ext>
            </a:extLst>
          </p:cNvPr>
          <p:cNvSpPr txBox="1"/>
          <p:nvPr/>
        </p:nvSpPr>
        <p:spPr>
          <a:xfrm>
            <a:off x="762000" y="1101133"/>
            <a:ext cx="11538857" cy="535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Parameters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without Default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greet(name)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console.log("Hello " + name);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greet("Ahmed"); // Output: Hello Ahmed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greet();        // Output: Hello undefined ❌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414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00D9C5E-5D37-E1DB-480F-C858EC8C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CFA9489-3FC3-B06E-F8D7-2593348ED2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946E8EB-78A1-FF58-D766-9E56172D13AA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9DA7B3C-AC64-1913-2876-A3633FAC82B7}"/>
              </a:ext>
            </a:extLst>
          </p:cNvPr>
          <p:cNvSpPr txBox="1"/>
          <p:nvPr/>
        </p:nvSpPr>
        <p:spPr>
          <a:xfrm>
            <a:off x="762000" y="1101133"/>
            <a:ext cx="11538857" cy="535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Parameters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with Default Parameter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greet(name = "Guest")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console.log("Hello " + name);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greet("Amina"); // Output: Hello Amina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greet();        // Output: Hello Guest ✅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62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5B27047-611C-B326-2672-B8DC9B4D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12D68492-67E0-8FD5-AAA0-BA0E4F102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CBF02E9-16BB-2FAC-A47B-7CE02117D32C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EF84716-6FC0-88C7-0039-AD2D8B728FC0}"/>
              </a:ext>
            </a:extLst>
          </p:cNvPr>
          <p:cNvSpPr txBox="1"/>
          <p:nvPr/>
        </p:nvSpPr>
        <p:spPr>
          <a:xfrm>
            <a:off x="762000" y="1101132"/>
            <a:ext cx="11538857" cy="4376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Parameters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you don’t know how many arguments (values) a function will get.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parameters allow you to collect all extra arguments into an array.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write it with three dots ... before the parameter name.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functionName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(...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restParameter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//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restParameter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is an array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5260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3C2BF00-699D-3C55-BAC3-300AF27A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0492087-860D-E9C1-8612-5704D4A142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DE14A89-C9D8-5C15-A71A-8DCD57FE6BE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6DBADB1-B082-7131-78B8-244D0123A2F6}"/>
              </a:ext>
            </a:extLst>
          </p:cNvPr>
          <p:cNvSpPr txBox="1"/>
          <p:nvPr/>
        </p:nvSpPr>
        <p:spPr>
          <a:xfrm>
            <a:off x="762000" y="1101132"/>
            <a:ext cx="11538857" cy="535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Parameters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Normal parameters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add(a, b)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return a + b;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console.log(add(2, 3)); // Output: 5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console.log(add(2, 3, 4)); // Extra value ignored → Output: 5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116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05A3D585-91A3-F653-8D52-FBB4D1762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1B99EE6-01AA-87DE-6851-8F59B28DDC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5044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Function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6ABB3348-57BC-EB9D-B610-3E9C64C92049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6A10EB-89A1-8536-54C1-587E0286EB28}"/>
              </a:ext>
            </a:extLst>
          </p:cNvPr>
          <p:cNvSpPr txBox="1"/>
          <p:nvPr/>
        </p:nvSpPr>
        <p:spPr>
          <a:xfrm>
            <a:off x="762001" y="1014047"/>
            <a:ext cx="11538857" cy="6150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Parameters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Using Rest Parameters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function </a:t>
            </a: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addAll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(...numbers) {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    let sum = 0;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    for (let </a:t>
            </a: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 = 0; </a:t>
            </a: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 &lt; </a:t>
            </a: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numbers.length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; </a:t>
            </a: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++) {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        sum += numbers[</a:t>
            </a: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    return sum;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console.log(</a:t>
            </a:r>
            <a:r>
              <a:rPr lang="en-GB" sz="2133" dirty="0" err="1">
                <a:latin typeface="Consolas" panose="020B0609020204030204" pitchFamily="49" charset="0"/>
                <a:cs typeface="Times New Roman" panose="02020603050405020304" pitchFamily="18" charset="0"/>
              </a:rPr>
              <a:t>addAll</a:t>
            </a:r>
            <a:r>
              <a:rPr lang="en-GB" sz="2133" dirty="0">
                <a:latin typeface="Consolas" panose="020B0609020204030204" pitchFamily="49" charset="0"/>
                <a:cs typeface="Times New Roman" panose="02020603050405020304" pitchFamily="18" charset="0"/>
              </a:rPr>
              <a:t>(5, 10, 15)); // 30</a:t>
            </a:r>
          </a:p>
          <a:p>
            <a:pPr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447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750</Words>
  <Application>Microsoft Office PowerPoint</Application>
  <PresentationFormat>Widescreen</PresentationFormat>
  <Paragraphs>131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Wingdings</vt:lpstr>
      <vt:lpstr>Office Theme</vt:lpstr>
      <vt:lpstr>PowerPoint Presentation</vt:lpstr>
      <vt:lpstr>What we Cover Today: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  <vt:lpstr>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1</cp:revision>
  <dcterms:created xsi:type="dcterms:W3CDTF">2025-12-15T16:40:31Z</dcterms:created>
  <dcterms:modified xsi:type="dcterms:W3CDTF">2026-02-15T06:53:04Z</dcterms:modified>
</cp:coreProperties>
</file>