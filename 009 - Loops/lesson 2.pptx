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"/>
  </p:notesMasterIdLst>
  <p:sldIdLst>
    <p:sldId id="854" r:id="rId2"/>
    <p:sldId id="470" r:id="rId3"/>
    <p:sldId id="420" r:id="rId4"/>
    <p:sldId id="421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59" d="100"/>
          <a:sy n="59" d="100"/>
        </p:scale>
        <p:origin x="892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2C27FED-784D-4C3E-AC58-BB66AD26D67B}" type="datetimeFigureOut">
              <a:rPr lang="en-US" smtClean="0"/>
              <a:t>12/15/2025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9C10F7A-D929-4F6B-992C-F1ED6322671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531960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2">
          <a:extLst>
            <a:ext uri="{FF2B5EF4-FFF2-40B4-BE49-F238E27FC236}">
              <a16:creationId xmlns:a16="http://schemas.microsoft.com/office/drawing/2014/main" id="{E6560522-4E49-8E94-FAE2-0958660DEE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gd431007ba2_0_208:notes">
            <a:extLst>
              <a:ext uri="{FF2B5EF4-FFF2-40B4-BE49-F238E27FC236}">
                <a16:creationId xmlns:a16="http://schemas.microsoft.com/office/drawing/2014/main" id="{467B555D-3D55-BD74-03E1-CE6B7D022B5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4" name="Google Shape;234;gd431007ba2_0_208:notes">
            <a:extLst>
              <a:ext uri="{FF2B5EF4-FFF2-40B4-BE49-F238E27FC236}">
                <a16:creationId xmlns:a16="http://schemas.microsoft.com/office/drawing/2014/main" id="{3B68FD30-C386-9FA6-B0BC-75B2E4DCFA4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63154782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gd431007ba2_0_2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1" name="Google Shape;211;gd431007ba2_0_2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11464026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2">
          <a:extLst>
            <a:ext uri="{FF2B5EF4-FFF2-40B4-BE49-F238E27FC236}">
              <a16:creationId xmlns:a16="http://schemas.microsoft.com/office/drawing/2014/main" id="{A40E8213-A6B5-B63A-6D84-1C595F5565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gd431007ba2_0_208:notes">
            <a:extLst>
              <a:ext uri="{FF2B5EF4-FFF2-40B4-BE49-F238E27FC236}">
                <a16:creationId xmlns:a16="http://schemas.microsoft.com/office/drawing/2014/main" id="{CA18CCE3-A6FC-C64A-222B-96809111F6B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4" name="Google Shape;234;gd431007ba2_0_208:notes">
            <a:extLst>
              <a:ext uri="{FF2B5EF4-FFF2-40B4-BE49-F238E27FC236}">
                <a16:creationId xmlns:a16="http://schemas.microsoft.com/office/drawing/2014/main" id="{6062DEA3-91D6-367E-F671-CBA85330E27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55155525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2">
          <a:extLst>
            <a:ext uri="{FF2B5EF4-FFF2-40B4-BE49-F238E27FC236}">
              <a16:creationId xmlns:a16="http://schemas.microsoft.com/office/drawing/2014/main" id="{DD7501AC-907F-DE2A-2AA2-D9BB621A5D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gd431007ba2_0_208:notes">
            <a:extLst>
              <a:ext uri="{FF2B5EF4-FFF2-40B4-BE49-F238E27FC236}">
                <a16:creationId xmlns:a16="http://schemas.microsoft.com/office/drawing/2014/main" id="{80411165-C0B6-CE87-FCE5-FFD85219CE5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4" name="Google Shape;234;gd431007ba2_0_208:notes">
            <a:extLst>
              <a:ext uri="{FF2B5EF4-FFF2-40B4-BE49-F238E27FC236}">
                <a16:creationId xmlns:a16="http://schemas.microsoft.com/office/drawing/2014/main" id="{5E88EEC8-67BA-8865-8324-04944EF10CF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21481610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CA2B86-C2CD-DBC0-40A4-E5BE27C1C9B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6138C12-658D-69AE-A851-F8A00B148E0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C8D3E78-0C73-BC81-9501-423C584F5E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E6E282-4B1A-4437-8601-68DA60AF3585}" type="datetimeFigureOut">
              <a:rPr lang="en-US" smtClean="0"/>
              <a:t>12/15/2025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BD2830-2417-FAAE-4754-F69A6DBDB1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945B5B7-B86F-BA7B-954B-496996A26E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5C91E7-26E7-4FB9-A2F0-22E0566F87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421205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35FCDD-756A-F235-8BFF-B738EACB86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54E4C9-0C73-0401-B1C3-3EA18B5CA99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7B6577C-A922-9594-7238-2238B81C14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E6E282-4B1A-4437-8601-68DA60AF3585}" type="datetimeFigureOut">
              <a:rPr lang="en-US" smtClean="0"/>
              <a:t>12/15/2025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8CF7268-8881-88A9-23CC-EEACBE59A5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90B011B-E157-BB6C-E295-1D66CF7A22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5C91E7-26E7-4FB9-A2F0-22E0566F87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06148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50045F-C1E8-1D3E-C407-08F76D71F4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4B0604E-6FC6-4B0E-578C-B42C5028B29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B28DD90-A3A2-274C-7825-400313D680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E6E282-4B1A-4437-8601-68DA60AF3585}" type="datetimeFigureOut">
              <a:rPr lang="en-US" smtClean="0"/>
              <a:t>12/15/2025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347108B-AB7D-D4C3-EA36-FF80FD647B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93F7070-B90F-1CDD-CCC1-98A24724A7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5C91E7-26E7-4FB9-A2F0-22E0566F87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30838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EBEF32-562B-A3C9-2A70-724A0E44EC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426E37-67FE-1200-5411-E1C1C1911C4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EC2772B-8C8E-CA0C-69F9-8A9C9FEBED3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DF34696-D06B-5D6A-B6ED-E651AA561C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E6E282-4B1A-4437-8601-68DA60AF3585}" type="datetimeFigureOut">
              <a:rPr lang="en-US" smtClean="0"/>
              <a:t>12/15/2025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9846AFB-9A8F-9D0A-5909-3082FBDA8F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498C0DD-A72C-D12A-9A10-4882EA6FAD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5C91E7-26E7-4FB9-A2F0-22E0566F87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291441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D97B4B-6537-7966-4023-580F54D70F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A5A4725-B414-D7C0-70C5-31EDD96E9D5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AB5880D-C2DD-531A-46C7-77921212480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37C291E-2B23-A6E2-D501-80D3CB0810C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B540C39-3EE4-B2CB-DE82-E9EE950AC1F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70D64C3-09AA-5DCB-4B48-EC02B6A7F9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E6E282-4B1A-4437-8601-68DA60AF3585}" type="datetimeFigureOut">
              <a:rPr lang="en-US" smtClean="0"/>
              <a:t>12/15/2025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4C1449B-F742-EB10-4F5C-52C19F235A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7552DEE-8C7A-C5D1-BF14-F0432AC08E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5C91E7-26E7-4FB9-A2F0-22E0566F87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355191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B358B1-7F9C-09FA-C2F4-3E8D079C9F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B134D10-20FF-05C4-4A9C-7319543E31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E6E282-4B1A-4437-8601-68DA60AF3585}" type="datetimeFigureOut">
              <a:rPr lang="en-US" smtClean="0"/>
              <a:t>12/15/2025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02F1DCD-2876-E58C-F593-43C86EAB81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B6381E4-FA5E-7A10-099C-EA491E6FFA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5C91E7-26E7-4FB9-A2F0-22E0566F87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25799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035235A-67AF-CD27-B89A-CE35C1A65D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E6E282-4B1A-4437-8601-68DA60AF3585}" type="datetimeFigureOut">
              <a:rPr lang="en-US" smtClean="0"/>
              <a:t>12/15/2025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0E31DA1-1A01-985F-DC93-4798D5EE70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9B08F6E-5B56-34F7-D777-70C9E234A6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5C91E7-26E7-4FB9-A2F0-22E0566F87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321699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CCAC99-2A7B-C91F-1D52-2F78E11662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B2EC8B-A0CE-6575-CE90-1607AD5CC9E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7B36AE9-8DFA-FAFD-9924-DDF2529724C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F300240-0070-0774-48ED-97FD1AA25C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E6E282-4B1A-4437-8601-68DA60AF3585}" type="datetimeFigureOut">
              <a:rPr lang="en-US" smtClean="0"/>
              <a:t>12/15/2025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1C84515-04C2-E6D5-DACB-43EAC7A16A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7CD090C-F666-F5FA-5740-7A46F71C44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5C91E7-26E7-4FB9-A2F0-22E0566F87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257677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97F414-7209-17F4-EFC2-5B773BBA69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459AA9F-B239-6DEA-3E5C-F437F7DA159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8344ABC-9AAE-D241-5654-346DC8EECE3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864DD0A-18DE-A0B6-9E6F-A029276B55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E6E282-4B1A-4437-8601-68DA60AF3585}" type="datetimeFigureOut">
              <a:rPr lang="en-US" smtClean="0"/>
              <a:t>12/15/2025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CFE9EE1-76A3-4BA1-7F58-143F20AC42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AE71289-140A-509C-66AD-0B595E1661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5C91E7-26E7-4FB9-A2F0-22E0566F87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127362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B5DD5C-7AA1-7FF2-0066-A758CE9A26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70FAAD2-1A08-8845-B5C6-8846432DECC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761B11D-6F41-E723-7502-74F56F617F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E6E282-4B1A-4437-8601-68DA60AF3585}" type="datetimeFigureOut">
              <a:rPr lang="en-US" smtClean="0"/>
              <a:t>12/15/2025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39B25F-74EA-BD38-AFB8-05EA5140F6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99CA64D-1C09-0257-99CB-3047E8EC95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5C91E7-26E7-4FB9-A2F0-22E0566F87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44076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4BE9D29-B298-B006-F935-5980F7B6A78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FC7C178-5B0E-A42E-A4BD-33047831EE5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0DFEF47-9AB1-7C2D-B596-5AEE810527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E6E282-4B1A-4437-8601-68DA60AF3585}" type="datetimeFigureOut">
              <a:rPr lang="en-US" smtClean="0"/>
              <a:t>12/15/2025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CAC5B40-3BC4-01BA-5594-DFF7518B04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A07E32-450A-F0CF-654D-957C6749A5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5C91E7-26E7-4FB9-A2F0-22E0566F87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358181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 and body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4"/>
          <p:cNvSpPr txBox="1">
            <a:spLocks noGrp="1"/>
          </p:cNvSpPr>
          <p:nvPr>
            <p:ph type="title"/>
          </p:nvPr>
        </p:nvSpPr>
        <p:spPr>
          <a:xfrm>
            <a:off x="960000" y="593367"/>
            <a:ext cx="102720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4"/>
          <p:cNvSpPr txBox="1">
            <a:spLocks noGrp="1"/>
          </p:cNvSpPr>
          <p:nvPr>
            <p:ph type="body" idx="1"/>
          </p:nvPr>
        </p:nvSpPr>
        <p:spPr>
          <a:xfrm>
            <a:off x="960000" y="1621000"/>
            <a:ext cx="10272000" cy="522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609585" lvl="0" indent="-40639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Cairo Light"/>
              <a:buChar char="●"/>
              <a:defRPr/>
            </a:lvl1pPr>
            <a:lvl2pPr marL="1219170" lvl="1" indent="-40639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Cairo Light"/>
              <a:buChar char="○"/>
              <a:defRPr/>
            </a:lvl2pPr>
            <a:lvl3pPr marL="1828754" lvl="2" indent="-40639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Cairo Light"/>
              <a:buChar char="■"/>
              <a:defRPr/>
            </a:lvl3pPr>
            <a:lvl4pPr marL="2438339" lvl="3" indent="-40639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Cairo Light"/>
              <a:buChar char="●"/>
              <a:defRPr/>
            </a:lvl4pPr>
            <a:lvl5pPr marL="3047924" lvl="4" indent="-40639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Cairo Light"/>
              <a:buChar char="○"/>
              <a:defRPr/>
            </a:lvl5pPr>
            <a:lvl6pPr marL="3657509" lvl="5" indent="-40639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Cairo Light"/>
              <a:buChar char="■"/>
              <a:defRPr/>
            </a:lvl6pPr>
            <a:lvl7pPr marL="4267093" lvl="6" indent="-40639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Cairo Light"/>
              <a:buChar char="●"/>
              <a:defRPr/>
            </a:lvl7pPr>
            <a:lvl8pPr marL="4876678" lvl="7" indent="-40639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Cairo Light"/>
              <a:buChar char="○"/>
              <a:defRPr/>
            </a:lvl8pPr>
            <a:lvl9pPr marL="5486263" lvl="8" indent="-40639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Cairo Light"/>
              <a:buChar char="■"/>
              <a:defRPr/>
            </a:lvl9pPr>
          </a:lstStyle>
          <a:p>
            <a:endParaRPr/>
          </a:p>
        </p:txBody>
      </p:sp>
      <p:grpSp>
        <p:nvGrpSpPr>
          <p:cNvPr id="23" name="Google Shape;23;p4"/>
          <p:cNvGrpSpPr/>
          <p:nvPr/>
        </p:nvGrpSpPr>
        <p:grpSpPr>
          <a:xfrm>
            <a:off x="168" y="0"/>
            <a:ext cx="12191833" cy="161200"/>
            <a:chOff x="125" y="0"/>
            <a:chExt cx="9143875" cy="120900"/>
          </a:xfrm>
        </p:grpSpPr>
        <p:sp>
          <p:nvSpPr>
            <p:cNvPr id="24" name="Google Shape;24;p4"/>
            <p:cNvSpPr/>
            <p:nvPr/>
          </p:nvSpPr>
          <p:spPr>
            <a:xfrm flipH="1">
              <a:off x="654900" y="0"/>
              <a:ext cx="8489100" cy="1209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latin typeface="Cairo"/>
                <a:ea typeface="Cairo"/>
                <a:cs typeface="Cairo"/>
                <a:sym typeface="Cairo"/>
              </a:endParaRPr>
            </a:p>
          </p:txBody>
        </p:sp>
        <p:sp>
          <p:nvSpPr>
            <p:cNvPr id="25" name="Google Shape;25;p4"/>
            <p:cNvSpPr/>
            <p:nvPr/>
          </p:nvSpPr>
          <p:spPr>
            <a:xfrm flipH="1">
              <a:off x="125" y="0"/>
              <a:ext cx="713100" cy="1209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latin typeface="Cairo"/>
                <a:ea typeface="Cairo"/>
                <a:cs typeface="Cairo"/>
                <a:sym typeface="Cairo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57090094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Table of contents"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17"/>
          <p:cNvSpPr txBox="1">
            <a:spLocks noGrp="1"/>
          </p:cNvSpPr>
          <p:nvPr>
            <p:ph type="title"/>
          </p:nvPr>
        </p:nvSpPr>
        <p:spPr>
          <a:xfrm>
            <a:off x="960000" y="593367"/>
            <a:ext cx="102720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102" name="Google Shape;102;p17"/>
          <p:cNvSpPr txBox="1">
            <a:spLocks noGrp="1"/>
          </p:cNvSpPr>
          <p:nvPr>
            <p:ph type="title" idx="2" hasCustomPrompt="1"/>
          </p:nvPr>
        </p:nvSpPr>
        <p:spPr>
          <a:xfrm>
            <a:off x="2072412" y="1860800"/>
            <a:ext cx="1040800" cy="8296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1pPr>
            <a:lvl2pPr lvl="1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2pPr>
            <a:lvl3pPr lvl="2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3pPr>
            <a:lvl4pPr lvl="3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4pPr>
            <a:lvl5pPr lvl="4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5pPr>
            <a:lvl6pPr lvl="5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6pPr>
            <a:lvl7pPr lvl="6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7pPr>
            <a:lvl8pPr lvl="7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8pPr>
            <a:lvl9pPr lvl="8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9pPr>
          </a:lstStyle>
          <a:p>
            <a:r>
              <a:t>xx%</a:t>
            </a:r>
          </a:p>
        </p:txBody>
      </p:sp>
      <p:sp>
        <p:nvSpPr>
          <p:cNvPr id="103" name="Google Shape;103;p17"/>
          <p:cNvSpPr txBox="1">
            <a:spLocks noGrp="1"/>
          </p:cNvSpPr>
          <p:nvPr>
            <p:ph type="title" idx="3" hasCustomPrompt="1"/>
          </p:nvPr>
        </p:nvSpPr>
        <p:spPr>
          <a:xfrm>
            <a:off x="2072412" y="4065739"/>
            <a:ext cx="1040800" cy="8296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1pPr>
            <a:lvl2pPr lvl="1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2pPr>
            <a:lvl3pPr lvl="2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3pPr>
            <a:lvl4pPr lvl="3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4pPr>
            <a:lvl5pPr lvl="4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5pPr>
            <a:lvl6pPr lvl="5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6pPr>
            <a:lvl7pPr lvl="6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7pPr>
            <a:lvl8pPr lvl="7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8pPr>
            <a:lvl9pPr lvl="8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9pPr>
          </a:lstStyle>
          <a:p>
            <a:r>
              <a:t>xx%</a:t>
            </a:r>
          </a:p>
        </p:txBody>
      </p:sp>
      <p:sp>
        <p:nvSpPr>
          <p:cNvPr id="104" name="Google Shape;104;p17"/>
          <p:cNvSpPr txBox="1">
            <a:spLocks noGrp="1"/>
          </p:cNvSpPr>
          <p:nvPr>
            <p:ph type="title" idx="4" hasCustomPrompt="1"/>
          </p:nvPr>
        </p:nvSpPr>
        <p:spPr>
          <a:xfrm>
            <a:off x="5580116" y="1860800"/>
            <a:ext cx="1040800" cy="8296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1pPr>
            <a:lvl2pPr lvl="1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2pPr>
            <a:lvl3pPr lvl="2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3pPr>
            <a:lvl4pPr lvl="3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4pPr>
            <a:lvl5pPr lvl="4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5pPr>
            <a:lvl6pPr lvl="5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6pPr>
            <a:lvl7pPr lvl="6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7pPr>
            <a:lvl8pPr lvl="7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8pPr>
            <a:lvl9pPr lvl="8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9pPr>
          </a:lstStyle>
          <a:p>
            <a:r>
              <a:t>xx%</a:t>
            </a:r>
          </a:p>
        </p:txBody>
      </p:sp>
      <p:sp>
        <p:nvSpPr>
          <p:cNvPr id="105" name="Google Shape;105;p17"/>
          <p:cNvSpPr txBox="1">
            <a:spLocks noGrp="1"/>
          </p:cNvSpPr>
          <p:nvPr>
            <p:ph type="title" idx="5" hasCustomPrompt="1"/>
          </p:nvPr>
        </p:nvSpPr>
        <p:spPr>
          <a:xfrm>
            <a:off x="5580116" y="4065739"/>
            <a:ext cx="1040800" cy="8296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1pPr>
            <a:lvl2pPr lvl="1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2pPr>
            <a:lvl3pPr lvl="2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3pPr>
            <a:lvl4pPr lvl="3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4pPr>
            <a:lvl5pPr lvl="4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5pPr>
            <a:lvl6pPr lvl="5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6pPr>
            <a:lvl7pPr lvl="6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7pPr>
            <a:lvl8pPr lvl="7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8pPr>
            <a:lvl9pPr lvl="8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9pPr>
          </a:lstStyle>
          <a:p>
            <a:r>
              <a:t>xx%</a:t>
            </a:r>
          </a:p>
        </p:txBody>
      </p:sp>
      <p:sp>
        <p:nvSpPr>
          <p:cNvPr id="106" name="Google Shape;106;p17"/>
          <p:cNvSpPr txBox="1">
            <a:spLocks noGrp="1"/>
          </p:cNvSpPr>
          <p:nvPr>
            <p:ph type="title" idx="6" hasCustomPrompt="1"/>
          </p:nvPr>
        </p:nvSpPr>
        <p:spPr>
          <a:xfrm>
            <a:off x="9087853" y="1860800"/>
            <a:ext cx="1040800" cy="8296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1pPr>
            <a:lvl2pPr lvl="1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2pPr>
            <a:lvl3pPr lvl="2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3pPr>
            <a:lvl4pPr lvl="3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4pPr>
            <a:lvl5pPr lvl="4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5pPr>
            <a:lvl6pPr lvl="5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6pPr>
            <a:lvl7pPr lvl="6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7pPr>
            <a:lvl8pPr lvl="7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8pPr>
            <a:lvl9pPr lvl="8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9pPr>
          </a:lstStyle>
          <a:p>
            <a:r>
              <a:t>xx%</a:t>
            </a:r>
          </a:p>
        </p:txBody>
      </p:sp>
      <p:sp>
        <p:nvSpPr>
          <p:cNvPr id="107" name="Google Shape;107;p17"/>
          <p:cNvSpPr txBox="1">
            <a:spLocks noGrp="1"/>
          </p:cNvSpPr>
          <p:nvPr>
            <p:ph type="title" idx="7" hasCustomPrompt="1"/>
          </p:nvPr>
        </p:nvSpPr>
        <p:spPr>
          <a:xfrm>
            <a:off x="9087853" y="4065739"/>
            <a:ext cx="1040800" cy="8296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1pPr>
            <a:lvl2pPr lvl="1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2pPr>
            <a:lvl3pPr lvl="2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3pPr>
            <a:lvl4pPr lvl="3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4pPr>
            <a:lvl5pPr lvl="4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5pPr>
            <a:lvl6pPr lvl="5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6pPr>
            <a:lvl7pPr lvl="6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7pPr>
            <a:lvl8pPr lvl="7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8pPr>
            <a:lvl9pPr lvl="8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9pPr>
          </a:lstStyle>
          <a:p>
            <a:r>
              <a:t>xx%</a:t>
            </a:r>
          </a:p>
        </p:txBody>
      </p:sp>
      <p:sp>
        <p:nvSpPr>
          <p:cNvPr id="108" name="Google Shape;108;p17"/>
          <p:cNvSpPr txBox="1">
            <a:spLocks noGrp="1"/>
          </p:cNvSpPr>
          <p:nvPr>
            <p:ph type="subTitle" idx="1"/>
          </p:nvPr>
        </p:nvSpPr>
        <p:spPr>
          <a:xfrm>
            <a:off x="960000" y="2893600"/>
            <a:ext cx="3265600" cy="596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SemiBold"/>
              <a:buNone/>
              <a:defRPr sz="2400">
                <a:solidFill>
                  <a:schemeClr val="dk1"/>
                </a:solidFill>
                <a:latin typeface="DM Sans SemiBold"/>
                <a:ea typeface="DM Sans SemiBold"/>
                <a:cs typeface="DM Sans SemiBold"/>
                <a:sym typeface="DM Sans SemiBol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SemiBold"/>
              <a:buNone/>
              <a:defRPr sz="2400">
                <a:latin typeface="DM Sans SemiBold"/>
                <a:ea typeface="DM Sans SemiBold"/>
                <a:cs typeface="DM Sans SemiBold"/>
                <a:sym typeface="DM Sans SemiBold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SemiBold"/>
              <a:buNone/>
              <a:defRPr sz="2400">
                <a:latin typeface="DM Sans SemiBold"/>
                <a:ea typeface="DM Sans SemiBold"/>
                <a:cs typeface="DM Sans SemiBold"/>
                <a:sym typeface="DM Sans SemiBold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SemiBold"/>
              <a:buNone/>
              <a:defRPr sz="2400">
                <a:latin typeface="DM Sans SemiBold"/>
                <a:ea typeface="DM Sans SemiBold"/>
                <a:cs typeface="DM Sans SemiBold"/>
                <a:sym typeface="DM Sans SemiBold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SemiBold"/>
              <a:buNone/>
              <a:defRPr sz="2400">
                <a:latin typeface="DM Sans SemiBold"/>
                <a:ea typeface="DM Sans SemiBold"/>
                <a:cs typeface="DM Sans SemiBold"/>
                <a:sym typeface="DM Sans SemiBold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SemiBold"/>
              <a:buNone/>
              <a:defRPr sz="2400">
                <a:latin typeface="DM Sans SemiBold"/>
                <a:ea typeface="DM Sans SemiBold"/>
                <a:cs typeface="DM Sans SemiBold"/>
                <a:sym typeface="DM Sans SemiBold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SemiBold"/>
              <a:buNone/>
              <a:defRPr sz="2400">
                <a:latin typeface="DM Sans SemiBold"/>
                <a:ea typeface="DM Sans SemiBold"/>
                <a:cs typeface="DM Sans SemiBold"/>
                <a:sym typeface="DM Sans SemiBold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SemiBold"/>
              <a:buNone/>
              <a:defRPr sz="2400">
                <a:latin typeface="DM Sans SemiBold"/>
                <a:ea typeface="DM Sans SemiBold"/>
                <a:cs typeface="DM Sans SemiBold"/>
                <a:sym typeface="DM Sans SemiBold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SemiBold"/>
              <a:buNone/>
              <a:defRPr sz="2400">
                <a:latin typeface="DM Sans SemiBold"/>
                <a:ea typeface="DM Sans SemiBold"/>
                <a:cs typeface="DM Sans SemiBold"/>
                <a:sym typeface="DM Sans SemiBold"/>
              </a:defRPr>
            </a:lvl9pPr>
          </a:lstStyle>
          <a:p>
            <a:endParaRPr/>
          </a:p>
        </p:txBody>
      </p:sp>
      <p:sp>
        <p:nvSpPr>
          <p:cNvPr id="109" name="Google Shape;109;p17"/>
          <p:cNvSpPr txBox="1">
            <a:spLocks noGrp="1"/>
          </p:cNvSpPr>
          <p:nvPr>
            <p:ph type="subTitle" idx="8"/>
          </p:nvPr>
        </p:nvSpPr>
        <p:spPr>
          <a:xfrm>
            <a:off x="4467704" y="2893600"/>
            <a:ext cx="3265600" cy="596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SemiBold"/>
              <a:buNone/>
              <a:defRPr sz="2400">
                <a:solidFill>
                  <a:schemeClr val="dk1"/>
                </a:solidFill>
                <a:latin typeface="DM Sans SemiBold"/>
                <a:ea typeface="DM Sans SemiBold"/>
                <a:cs typeface="DM Sans SemiBold"/>
                <a:sym typeface="DM Sans SemiBol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SemiBold"/>
              <a:buNone/>
              <a:defRPr sz="2400">
                <a:latin typeface="DM Sans SemiBold"/>
                <a:ea typeface="DM Sans SemiBold"/>
                <a:cs typeface="DM Sans SemiBold"/>
                <a:sym typeface="DM Sans SemiBold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SemiBold"/>
              <a:buNone/>
              <a:defRPr sz="2400">
                <a:latin typeface="DM Sans SemiBold"/>
                <a:ea typeface="DM Sans SemiBold"/>
                <a:cs typeface="DM Sans SemiBold"/>
                <a:sym typeface="DM Sans SemiBold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SemiBold"/>
              <a:buNone/>
              <a:defRPr sz="2400">
                <a:latin typeface="DM Sans SemiBold"/>
                <a:ea typeface="DM Sans SemiBold"/>
                <a:cs typeface="DM Sans SemiBold"/>
                <a:sym typeface="DM Sans SemiBold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SemiBold"/>
              <a:buNone/>
              <a:defRPr sz="2400">
                <a:latin typeface="DM Sans SemiBold"/>
                <a:ea typeface="DM Sans SemiBold"/>
                <a:cs typeface="DM Sans SemiBold"/>
                <a:sym typeface="DM Sans SemiBold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SemiBold"/>
              <a:buNone/>
              <a:defRPr sz="2400">
                <a:latin typeface="DM Sans SemiBold"/>
                <a:ea typeface="DM Sans SemiBold"/>
                <a:cs typeface="DM Sans SemiBold"/>
                <a:sym typeface="DM Sans SemiBold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SemiBold"/>
              <a:buNone/>
              <a:defRPr sz="2400">
                <a:latin typeface="DM Sans SemiBold"/>
                <a:ea typeface="DM Sans SemiBold"/>
                <a:cs typeface="DM Sans SemiBold"/>
                <a:sym typeface="DM Sans SemiBold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SemiBold"/>
              <a:buNone/>
              <a:defRPr sz="2400">
                <a:latin typeface="DM Sans SemiBold"/>
                <a:ea typeface="DM Sans SemiBold"/>
                <a:cs typeface="DM Sans SemiBold"/>
                <a:sym typeface="DM Sans SemiBold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SemiBold"/>
              <a:buNone/>
              <a:defRPr sz="2400">
                <a:latin typeface="DM Sans SemiBold"/>
                <a:ea typeface="DM Sans SemiBold"/>
                <a:cs typeface="DM Sans SemiBold"/>
                <a:sym typeface="DM Sans SemiBold"/>
              </a:defRPr>
            </a:lvl9pPr>
          </a:lstStyle>
          <a:p>
            <a:endParaRPr/>
          </a:p>
        </p:txBody>
      </p:sp>
      <p:sp>
        <p:nvSpPr>
          <p:cNvPr id="110" name="Google Shape;110;p17"/>
          <p:cNvSpPr txBox="1">
            <a:spLocks noGrp="1"/>
          </p:cNvSpPr>
          <p:nvPr>
            <p:ph type="subTitle" idx="9"/>
          </p:nvPr>
        </p:nvSpPr>
        <p:spPr>
          <a:xfrm>
            <a:off x="7975441" y="2893600"/>
            <a:ext cx="3265600" cy="596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SemiBold"/>
              <a:buNone/>
              <a:defRPr sz="2400">
                <a:solidFill>
                  <a:schemeClr val="dk1"/>
                </a:solidFill>
                <a:latin typeface="DM Sans SemiBold"/>
                <a:ea typeface="DM Sans SemiBold"/>
                <a:cs typeface="DM Sans SemiBold"/>
                <a:sym typeface="DM Sans SemiBol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SemiBold"/>
              <a:buNone/>
              <a:defRPr sz="2400">
                <a:latin typeface="DM Sans SemiBold"/>
                <a:ea typeface="DM Sans SemiBold"/>
                <a:cs typeface="DM Sans SemiBold"/>
                <a:sym typeface="DM Sans SemiBold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SemiBold"/>
              <a:buNone/>
              <a:defRPr sz="2400">
                <a:latin typeface="DM Sans SemiBold"/>
                <a:ea typeface="DM Sans SemiBold"/>
                <a:cs typeface="DM Sans SemiBold"/>
                <a:sym typeface="DM Sans SemiBold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SemiBold"/>
              <a:buNone/>
              <a:defRPr sz="2400">
                <a:latin typeface="DM Sans SemiBold"/>
                <a:ea typeface="DM Sans SemiBold"/>
                <a:cs typeface="DM Sans SemiBold"/>
                <a:sym typeface="DM Sans SemiBold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SemiBold"/>
              <a:buNone/>
              <a:defRPr sz="2400">
                <a:latin typeface="DM Sans SemiBold"/>
                <a:ea typeface="DM Sans SemiBold"/>
                <a:cs typeface="DM Sans SemiBold"/>
                <a:sym typeface="DM Sans SemiBold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SemiBold"/>
              <a:buNone/>
              <a:defRPr sz="2400">
                <a:latin typeface="DM Sans SemiBold"/>
                <a:ea typeface="DM Sans SemiBold"/>
                <a:cs typeface="DM Sans SemiBold"/>
                <a:sym typeface="DM Sans SemiBold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SemiBold"/>
              <a:buNone/>
              <a:defRPr sz="2400">
                <a:latin typeface="DM Sans SemiBold"/>
                <a:ea typeface="DM Sans SemiBold"/>
                <a:cs typeface="DM Sans SemiBold"/>
                <a:sym typeface="DM Sans SemiBold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SemiBold"/>
              <a:buNone/>
              <a:defRPr sz="2400">
                <a:latin typeface="DM Sans SemiBold"/>
                <a:ea typeface="DM Sans SemiBold"/>
                <a:cs typeface="DM Sans SemiBold"/>
                <a:sym typeface="DM Sans SemiBold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SemiBold"/>
              <a:buNone/>
              <a:defRPr sz="2400">
                <a:latin typeface="DM Sans SemiBold"/>
                <a:ea typeface="DM Sans SemiBold"/>
                <a:cs typeface="DM Sans SemiBold"/>
                <a:sym typeface="DM Sans SemiBold"/>
              </a:defRPr>
            </a:lvl9pPr>
          </a:lstStyle>
          <a:p>
            <a:endParaRPr/>
          </a:p>
        </p:txBody>
      </p:sp>
      <p:sp>
        <p:nvSpPr>
          <p:cNvPr id="111" name="Google Shape;111;p17"/>
          <p:cNvSpPr txBox="1">
            <a:spLocks noGrp="1"/>
          </p:cNvSpPr>
          <p:nvPr>
            <p:ph type="subTitle" idx="13"/>
          </p:nvPr>
        </p:nvSpPr>
        <p:spPr>
          <a:xfrm>
            <a:off x="960000" y="5098533"/>
            <a:ext cx="3265600" cy="596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SemiBold"/>
              <a:buNone/>
              <a:defRPr sz="2400">
                <a:solidFill>
                  <a:schemeClr val="dk1"/>
                </a:solidFill>
                <a:latin typeface="DM Sans SemiBold"/>
                <a:ea typeface="DM Sans SemiBold"/>
                <a:cs typeface="DM Sans SemiBold"/>
                <a:sym typeface="DM Sans SemiBol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SemiBold"/>
              <a:buNone/>
              <a:defRPr sz="2400">
                <a:latin typeface="DM Sans SemiBold"/>
                <a:ea typeface="DM Sans SemiBold"/>
                <a:cs typeface="DM Sans SemiBold"/>
                <a:sym typeface="DM Sans SemiBold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SemiBold"/>
              <a:buNone/>
              <a:defRPr sz="2400">
                <a:latin typeface="DM Sans SemiBold"/>
                <a:ea typeface="DM Sans SemiBold"/>
                <a:cs typeface="DM Sans SemiBold"/>
                <a:sym typeface="DM Sans SemiBold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SemiBold"/>
              <a:buNone/>
              <a:defRPr sz="2400">
                <a:latin typeface="DM Sans SemiBold"/>
                <a:ea typeface="DM Sans SemiBold"/>
                <a:cs typeface="DM Sans SemiBold"/>
                <a:sym typeface="DM Sans SemiBold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SemiBold"/>
              <a:buNone/>
              <a:defRPr sz="2400">
                <a:latin typeface="DM Sans SemiBold"/>
                <a:ea typeface="DM Sans SemiBold"/>
                <a:cs typeface="DM Sans SemiBold"/>
                <a:sym typeface="DM Sans SemiBold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SemiBold"/>
              <a:buNone/>
              <a:defRPr sz="2400">
                <a:latin typeface="DM Sans SemiBold"/>
                <a:ea typeface="DM Sans SemiBold"/>
                <a:cs typeface="DM Sans SemiBold"/>
                <a:sym typeface="DM Sans SemiBold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SemiBold"/>
              <a:buNone/>
              <a:defRPr sz="2400">
                <a:latin typeface="DM Sans SemiBold"/>
                <a:ea typeface="DM Sans SemiBold"/>
                <a:cs typeface="DM Sans SemiBold"/>
                <a:sym typeface="DM Sans SemiBold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SemiBold"/>
              <a:buNone/>
              <a:defRPr sz="2400">
                <a:latin typeface="DM Sans SemiBold"/>
                <a:ea typeface="DM Sans SemiBold"/>
                <a:cs typeface="DM Sans SemiBold"/>
                <a:sym typeface="DM Sans SemiBold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SemiBold"/>
              <a:buNone/>
              <a:defRPr sz="2400">
                <a:latin typeface="DM Sans SemiBold"/>
                <a:ea typeface="DM Sans SemiBold"/>
                <a:cs typeface="DM Sans SemiBold"/>
                <a:sym typeface="DM Sans SemiBold"/>
              </a:defRPr>
            </a:lvl9pPr>
          </a:lstStyle>
          <a:p>
            <a:endParaRPr/>
          </a:p>
        </p:txBody>
      </p:sp>
      <p:sp>
        <p:nvSpPr>
          <p:cNvPr id="112" name="Google Shape;112;p17"/>
          <p:cNvSpPr txBox="1">
            <a:spLocks noGrp="1"/>
          </p:cNvSpPr>
          <p:nvPr>
            <p:ph type="subTitle" idx="14"/>
          </p:nvPr>
        </p:nvSpPr>
        <p:spPr>
          <a:xfrm>
            <a:off x="4467704" y="5098533"/>
            <a:ext cx="3265600" cy="596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SemiBold"/>
              <a:buNone/>
              <a:defRPr sz="2400">
                <a:solidFill>
                  <a:schemeClr val="dk1"/>
                </a:solidFill>
                <a:latin typeface="DM Sans SemiBold"/>
                <a:ea typeface="DM Sans SemiBold"/>
                <a:cs typeface="DM Sans SemiBold"/>
                <a:sym typeface="DM Sans SemiBol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SemiBold"/>
              <a:buNone/>
              <a:defRPr sz="2400">
                <a:latin typeface="DM Sans SemiBold"/>
                <a:ea typeface="DM Sans SemiBold"/>
                <a:cs typeface="DM Sans SemiBold"/>
                <a:sym typeface="DM Sans SemiBold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SemiBold"/>
              <a:buNone/>
              <a:defRPr sz="2400">
                <a:latin typeface="DM Sans SemiBold"/>
                <a:ea typeface="DM Sans SemiBold"/>
                <a:cs typeface="DM Sans SemiBold"/>
                <a:sym typeface="DM Sans SemiBold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SemiBold"/>
              <a:buNone/>
              <a:defRPr sz="2400">
                <a:latin typeface="DM Sans SemiBold"/>
                <a:ea typeface="DM Sans SemiBold"/>
                <a:cs typeface="DM Sans SemiBold"/>
                <a:sym typeface="DM Sans SemiBold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SemiBold"/>
              <a:buNone/>
              <a:defRPr sz="2400">
                <a:latin typeface="DM Sans SemiBold"/>
                <a:ea typeface="DM Sans SemiBold"/>
                <a:cs typeface="DM Sans SemiBold"/>
                <a:sym typeface="DM Sans SemiBold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SemiBold"/>
              <a:buNone/>
              <a:defRPr sz="2400">
                <a:latin typeface="DM Sans SemiBold"/>
                <a:ea typeface="DM Sans SemiBold"/>
                <a:cs typeface="DM Sans SemiBold"/>
                <a:sym typeface="DM Sans SemiBold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SemiBold"/>
              <a:buNone/>
              <a:defRPr sz="2400">
                <a:latin typeface="DM Sans SemiBold"/>
                <a:ea typeface="DM Sans SemiBold"/>
                <a:cs typeface="DM Sans SemiBold"/>
                <a:sym typeface="DM Sans SemiBold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SemiBold"/>
              <a:buNone/>
              <a:defRPr sz="2400">
                <a:latin typeface="DM Sans SemiBold"/>
                <a:ea typeface="DM Sans SemiBold"/>
                <a:cs typeface="DM Sans SemiBold"/>
                <a:sym typeface="DM Sans SemiBold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SemiBold"/>
              <a:buNone/>
              <a:defRPr sz="2400">
                <a:latin typeface="DM Sans SemiBold"/>
                <a:ea typeface="DM Sans SemiBold"/>
                <a:cs typeface="DM Sans SemiBold"/>
                <a:sym typeface="DM Sans SemiBold"/>
              </a:defRPr>
            </a:lvl9pPr>
          </a:lstStyle>
          <a:p>
            <a:endParaRPr/>
          </a:p>
        </p:txBody>
      </p:sp>
      <p:sp>
        <p:nvSpPr>
          <p:cNvPr id="113" name="Google Shape;113;p17"/>
          <p:cNvSpPr txBox="1">
            <a:spLocks noGrp="1"/>
          </p:cNvSpPr>
          <p:nvPr>
            <p:ph type="subTitle" idx="15"/>
          </p:nvPr>
        </p:nvSpPr>
        <p:spPr>
          <a:xfrm>
            <a:off x="7975441" y="5098533"/>
            <a:ext cx="3265600" cy="596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SemiBold"/>
              <a:buNone/>
              <a:defRPr sz="2400">
                <a:solidFill>
                  <a:schemeClr val="dk1"/>
                </a:solidFill>
                <a:latin typeface="DM Sans SemiBold"/>
                <a:ea typeface="DM Sans SemiBold"/>
                <a:cs typeface="DM Sans SemiBold"/>
                <a:sym typeface="DM Sans SemiBol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SemiBold"/>
              <a:buNone/>
              <a:defRPr sz="2400">
                <a:latin typeface="DM Sans SemiBold"/>
                <a:ea typeface="DM Sans SemiBold"/>
                <a:cs typeface="DM Sans SemiBold"/>
                <a:sym typeface="DM Sans SemiBold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SemiBold"/>
              <a:buNone/>
              <a:defRPr sz="2400">
                <a:latin typeface="DM Sans SemiBold"/>
                <a:ea typeface="DM Sans SemiBold"/>
                <a:cs typeface="DM Sans SemiBold"/>
                <a:sym typeface="DM Sans SemiBold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SemiBold"/>
              <a:buNone/>
              <a:defRPr sz="2400">
                <a:latin typeface="DM Sans SemiBold"/>
                <a:ea typeface="DM Sans SemiBold"/>
                <a:cs typeface="DM Sans SemiBold"/>
                <a:sym typeface="DM Sans SemiBold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SemiBold"/>
              <a:buNone/>
              <a:defRPr sz="2400">
                <a:latin typeface="DM Sans SemiBold"/>
                <a:ea typeface="DM Sans SemiBold"/>
                <a:cs typeface="DM Sans SemiBold"/>
                <a:sym typeface="DM Sans SemiBold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SemiBold"/>
              <a:buNone/>
              <a:defRPr sz="2400">
                <a:latin typeface="DM Sans SemiBold"/>
                <a:ea typeface="DM Sans SemiBold"/>
                <a:cs typeface="DM Sans SemiBold"/>
                <a:sym typeface="DM Sans SemiBold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SemiBold"/>
              <a:buNone/>
              <a:defRPr sz="2400">
                <a:latin typeface="DM Sans SemiBold"/>
                <a:ea typeface="DM Sans SemiBold"/>
                <a:cs typeface="DM Sans SemiBold"/>
                <a:sym typeface="DM Sans SemiBold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SemiBold"/>
              <a:buNone/>
              <a:defRPr sz="2400">
                <a:latin typeface="DM Sans SemiBold"/>
                <a:ea typeface="DM Sans SemiBold"/>
                <a:cs typeface="DM Sans SemiBold"/>
                <a:sym typeface="DM Sans SemiBold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SemiBold"/>
              <a:buNone/>
              <a:defRPr sz="2400">
                <a:latin typeface="DM Sans SemiBold"/>
                <a:ea typeface="DM Sans SemiBold"/>
                <a:cs typeface="DM Sans SemiBold"/>
                <a:sym typeface="DM Sans SemiBold"/>
              </a:defRPr>
            </a:lvl9pPr>
          </a:lstStyle>
          <a:p>
            <a:endParaRPr/>
          </a:p>
        </p:txBody>
      </p:sp>
      <p:grpSp>
        <p:nvGrpSpPr>
          <p:cNvPr id="114" name="Google Shape;114;p17"/>
          <p:cNvGrpSpPr/>
          <p:nvPr/>
        </p:nvGrpSpPr>
        <p:grpSpPr>
          <a:xfrm>
            <a:off x="-15" y="-16"/>
            <a:ext cx="161217" cy="6862784"/>
            <a:chOff x="-12" y="-12"/>
            <a:chExt cx="120913" cy="5147088"/>
          </a:xfrm>
        </p:grpSpPr>
        <p:sp>
          <p:nvSpPr>
            <p:cNvPr id="115" name="Google Shape;115;p17"/>
            <p:cNvSpPr/>
            <p:nvPr/>
          </p:nvSpPr>
          <p:spPr>
            <a:xfrm rot="5400000" flipH="1">
              <a:off x="-2185650" y="2840525"/>
              <a:ext cx="4492200" cy="1209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latin typeface="Cairo"/>
                <a:ea typeface="Cairo"/>
                <a:cs typeface="Cairo"/>
                <a:sym typeface="Cairo"/>
              </a:endParaRPr>
            </a:p>
          </p:txBody>
        </p:sp>
        <p:sp>
          <p:nvSpPr>
            <p:cNvPr id="116" name="Google Shape;116;p17"/>
            <p:cNvSpPr/>
            <p:nvPr/>
          </p:nvSpPr>
          <p:spPr>
            <a:xfrm rot="5400000" flipH="1">
              <a:off x="-296112" y="296088"/>
              <a:ext cx="713100" cy="1209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latin typeface="Cairo"/>
                <a:ea typeface="Cairo"/>
                <a:cs typeface="Cairo"/>
                <a:sym typeface="Cairo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46983808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55C4BD4-8221-4C49-1D72-52AB612054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F9F3364-110D-1AC2-CBF8-9DE0837A435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C8CBAB6-4708-65D3-3061-7DBCF9855DB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2E6E282-4B1A-4437-8601-68DA60AF3585}" type="datetimeFigureOut">
              <a:rPr lang="en-US" smtClean="0"/>
              <a:t>12/15/2025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E1DA451-E7F9-C454-1D0A-5102B70E0F2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AF00897-DF02-33A7-CB8E-0175F0F6418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65C91E7-26E7-4FB9-A2F0-22E0566F87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22134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5">
          <a:extLst>
            <a:ext uri="{FF2B5EF4-FFF2-40B4-BE49-F238E27FC236}">
              <a16:creationId xmlns:a16="http://schemas.microsoft.com/office/drawing/2014/main" id="{8D51D92B-EE54-1398-BA5B-50DBDD0089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42" name="Google Shape;242;p30">
            <a:extLst>
              <a:ext uri="{FF2B5EF4-FFF2-40B4-BE49-F238E27FC236}">
                <a16:creationId xmlns:a16="http://schemas.microsoft.com/office/drawing/2014/main" id="{D3B21303-3E87-64C7-4C97-41FB38746F10}"/>
              </a:ext>
            </a:extLst>
          </p:cNvPr>
          <p:cNvCxnSpPr/>
          <p:nvPr/>
        </p:nvCxnSpPr>
        <p:spPr>
          <a:xfrm>
            <a:off x="0" y="6138667"/>
            <a:ext cx="1524000" cy="0"/>
          </a:xfrm>
          <a:prstGeom prst="straightConnector1">
            <a:avLst/>
          </a:prstGeom>
          <a:noFill/>
          <a:ln w="9525" cap="flat" cmpd="sng">
            <a:solidFill>
              <a:schemeClr val="accent5"/>
            </a:solidFill>
            <a:prstDash val="solid"/>
            <a:round/>
            <a:headEnd type="none" w="med" len="med"/>
            <a:tailEnd type="oval" w="med" len="med"/>
          </a:ln>
        </p:spPr>
      </p:cxnSp>
      <p:pic>
        <p:nvPicPr>
          <p:cNvPr id="6" name="Picture 5">
            <a:extLst>
              <a:ext uri="{FF2B5EF4-FFF2-40B4-BE49-F238E27FC236}">
                <a16:creationId xmlns:a16="http://schemas.microsoft.com/office/drawing/2014/main" id="{84BD5567-6892-A239-D1C0-4D8E5E8A32C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10489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248919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29"/>
          <p:cNvSpPr txBox="1">
            <a:spLocks noGrp="1"/>
          </p:cNvSpPr>
          <p:nvPr>
            <p:ph type="title"/>
          </p:nvPr>
        </p:nvSpPr>
        <p:spPr>
          <a:xfrm>
            <a:off x="960000" y="593367"/>
            <a:ext cx="10272000" cy="7636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Autofit/>
          </a:bodyPr>
          <a:lstStyle/>
          <a:p>
            <a:r>
              <a:rPr lang="en" dirty="0"/>
              <a:t>What we Cover Today:</a:t>
            </a:r>
            <a:endParaRPr dirty="0"/>
          </a:p>
        </p:txBody>
      </p:sp>
      <p:sp>
        <p:nvSpPr>
          <p:cNvPr id="214" name="Google Shape;214;p29"/>
          <p:cNvSpPr txBox="1">
            <a:spLocks noGrp="1"/>
          </p:cNvSpPr>
          <p:nvPr>
            <p:ph type="title" idx="2"/>
          </p:nvPr>
        </p:nvSpPr>
        <p:spPr>
          <a:xfrm>
            <a:off x="2072412" y="1860800"/>
            <a:ext cx="1040800" cy="8296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b" anchorCtr="0">
            <a:noAutofit/>
          </a:bodyPr>
          <a:lstStyle/>
          <a:p>
            <a:r>
              <a:rPr lang="en"/>
              <a:t>01</a:t>
            </a:r>
            <a:endParaRPr/>
          </a:p>
        </p:txBody>
      </p:sp>
      <p:sp>
        <p:nvSpPr>
          <p:cNvPr id="216" name="Google Shape;216;p29"/>
          <p:cNvSpPr txBox="1">
            <a:spLocks noGrp="1"/>
          </p:cNvSpPr>
          <p:nvPr>
            <p:ph type="title" idx="4"/>
          </p:nvPr>
        </p:nvSpPr>
        <p:spPr>
          <a:xfrm>
            <a:off x="5580116" y="1860800"/>
            <a:ext cx="1040800" cy="8296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b" anchorCtr="0">
            <a:noAutofit/>
          </a:bodyPr>
          <a:lstStyle/>
          <a:p>
            <a:r>
              <a:rPr lang="en"/>
              <a:t>02</a:t>
            </a:r>
            <a:endParaRPr/>
          </a:p>
        </p:txBody>
      </p:sp>
      <p:sp>
        <p:nvSpPr>
          <p:cNvPr id="218" name="Google Shape;218;p29"/>
          <p:cNvSpPr txBox="1">
            <a:spLocks noGrp="1"/>
          </p:cNvSpPr>
          <p:nvPr>
            <p:ph type="title" idx="6"/>
          </p:nvPr>
        </p:nvSpPr>
        <p:spPr>
          <a:xfrm>
            <a:off x="9087853" y="1860800"/>
            <a:ext cx="1040800" cy="8296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b" anchorCtr="0">
            <a:noAutofit/>
          </a:bodyPr>
          <a:lstStyle/>
          <a:p>
            <a:r>
              <a:rPr lang="en"/>
              <a:t>03</a:t>
            </a:r>
            <a:endParaRPr/>
          </a:p>
        </p:txBody>
      </p:sp>
      <p:sp>
        <p:nvSpPr>
          <p:cNvPr id="220" name="Google Shape;220;p29"/>
          <p:cNvSpPr txBox="1">
            <a:spLocks noGrp="1"/>
          </p:cNvSpPr>
          <p:nvPr>
            <p:ph type="subTitle" idx="1"/>
          </p:nvPr>
        </p:nvSpPr>
        <p:spPr>
          <a:xfrm>
            <a:off x="960000" y="2893600"/>
            <a:ext cx="3265600" cy="5968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Autofit/>
          </a:bodyPr>
          <a:lstStyle/>
          <a:p>
            <a:pPr marL="0" indent="0"/>
            <a:r>
              <a:rPr lang="en-CA" b="0" dirty="0">
                <a:latin typeface="DM Sans SemiBold"/>
                <a:ea typeface="DM Sans SemiBold"/>
                <a:cs typeface="DM Sans SemiBold"/>
                <a:sym typeface="DM Sans SemiBold"/>
              </a:rPr>
              <a:t>Loop Control</a:t>
            </a:r>
            <a:endParaRPr b="0" dirty="0">
              <a:latin typeface="DM Sans SemiBold"/>
              <a:ea typeface="DM Sans SemiBold"/>
              <a:cs typeface="DM Sans SemiBold"/>
              <a:sym typeface="DM Sans SemiBold"/>
            </a:endParaRPr>
          </a:p>
        </p:txBody>
      </p:sp>
      <p:cxnSp>
        <p:nvCxnSpPr>
          <p:cNvPr id="226" name="Google Shape;226;p29"/>
          <p:cNvCxnSpPr/>
          <p:nvPr/>
        </p:nvCxnSpPr>
        <p:spPr>
          <a:xfrm>
            <a:off x="2020000" y="2792000"/>
            <a:ext cx="1145600" cy="0"/>
          </a:xfrm>
          <a:prstGeom prst="straightConnector1">
            <a:avLst/>
          </a:prstGeom>
          <a:noFill/>
          <a:ln w="9525" cap="flat" cmpd="sng">
            <a:solidFill>
              <a:srgbClr val="FFC000"/>
            </a:solidFill>
            <a:prstDash val="solid"/>
            <a:round/>
            <a:headEnd type="oval" w="med" len="med"/>
            <a:tailEnd type="oval" w="med" len="med"/>
          </a:ln>
        </p:spPr>
      </p:cxnSp>
      <p:cxnSp>
        <p:nvCxnSpPr>
          <p:cNvPr id="227" name="Google Shape;227;p29"/>
          <p:cNvCxnSpPr/>
          <p:nvPr/>
        </p:nvCxnSpPr>
        <p:spPr>
          <a:xfrm>
            <a:off x="5527717" y="2792000"/>
            <a:ext cx="1145600" cy="0"/>
          </a:xfrm>
          <a:prstGeom prst="straightConnector1">
            <a:avLst/>
          </a:prstGeom>
          <a:noFill/>
          <a:ln w="9525" cap="flat" cmpd="sng">
            <a:solidFill>
              <a:srgbClr val="FFC000"/>
            </a:solidFill>
            <a:prstDash val="solid"/>
            <a:round/>
            <a:headEnd type="oval" w="med" len="med"/>
            <a:tailEnd type="oval" w="med" len="med"/>
          </a:ln>
        </p:spPr>
      </p:cxnSp>
      <p:cxnSp>
        <p:nvCxnSpPr>
          <p:cNvPr id="228" name="Google Shape;228;p29"/>
          <p:cNvCxnSpPr/>
          <p:nvPr/>
        </p:nvCxnSpPr>
        <p:spPr>
          <a:xfrm>
            <a:off x="9035384" y="2792000"/>
            <a:ext cx="1145600" cy="0"/>
          </a:xfrm>
          <a:prstGeom prst="straightConnector1">
            <a:avLst/>
          </a:prstGeom>
          <a:noFill/>
          <a:ln w="9525" cap="flat" cmpd="sng">
            <a:solidFill>
              <a:srgbClr val="FFC000"/>
            </a:solidFill>
            <a:prstDash val="solid"/>
            <a:round/>
            <a:headEnd type="oval" w="med" len="med"/>
            <a:tailEnd type="oval" w="med" len="med"/>
          </a:ln>
        </p:spPr>
      </p:cxnSp>
      <p:sp>
        <p:nvSpPr>
          <p:cNvPr id="3" name="Google Shape;220;p29">
            <a:extLst>
              <a:ext uri="{FF2B5EF4-FFF2-40B4-BE49-F238E27FC236}">
                <a16:creationId xmlns:a16="http://schemas.microsoft.com/office/drawing/2014/main" id="{646AA688-C953-8207-6385-3D0F7EEDC8EA}"/>
              </a:ext>
            </a:extLst>
          </p:cNvPr>
          <p:cNvSpPr txBox="1">
            <a:spLocks/>
          </p:cNvSpPr>
          <p:nvPr/>
        </p:nvSpPr>
        <p:spPr>
          <a:xfrm>
            <a:off x="4463200" y="2893596"/>
            <a:ext cx="3265600" cy="59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DM Sans SemiBold"/>
              <a:buNone/>
              <a:defRPr sz="1800" b="0" i="0" u="none" strike="noStrike" cap="none">
                <a:solidFill>
                  <a:schemeClr val="dk1"/>
                </a:solidFill>
                <a:latin typeface="DM Sans SemiBold"/>
                <a:ea typeface="DM Sans SemiBold"/>
                <a:cs typeface="DM Sans SemiBold"/>
                <a:sym typeface="DM Sans SemiBold"/>
              </a:defRPr>
            </a:lvl1pPr>
            <a:lvl2pPr marL="914400" marR="0" lvl="1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DM Sans SemiBold"/>
              <a:buNone/>
              <a:defRPr sz="1800" b="0" i="0" u="none" strike="noStrike" cap="none">
                <a:solidFill>
                  <a:schemeClr val="dk1"/>
                </a:solidFill>
                <a:latin typeface="DM Sans SemiBold"/>
                <a:ea typeface="DM Sans SemiBold"/>
                <a:cs typeface="DM Sans SemiBold"/>
                <a:sym typeface="DM Sans SemiBold"/>
              </a:defRPr>
            </a:lvl2pPr>
            <a:lvl3pPr marL="1371600" marR="0" lvl="2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DM Sans SemiBold"/>
              <a:buNone/>
              <a:defRPr sz="1800" b="0" i="0" u="none" strike="noStrike" cap="none">
                <a:solidFill>
                  <a:schemeClr val="dk1"/>
                </a:solidFill>
                <a:latin typeface="DM Sans SemiBold"/>
                <a:ea typeface="DM Sans SemiBold"/>
                <a:cs typeface="DM Sans SemiBold"/>
                <a:sym typeface="DM Sans SemiBold"/>
              </a:defRPr>
            </a:lvl3pPr>
            <a:lvl4pPr marL="1828800" marR="0" lvl="3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DM Sans SemiBold"/>
              <a:buNone/>
              <a:defRPr sz="1800" b="0" i="0" u="none" strike="noStrike" cap="none">
                <a:solidFill>
                  <a:schemeClr val="dk1"/>
                </a:solidFill>
                <a:latin typeface="DM Sans SemiBold"/>
                <a:ea typeface="DM Sans SemiBold"/>
                <a:cs typeface="DM Sans SemiBold"/>
                <a:sym typeface="DM Sans SemiBold"/>
              </a:defRPr>
            </a:lvl4pPr>
            <a:lvl5pPr marL="2286000" marR="0" lvl="4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DM Sans SemiBold"/>
              <a:buNone/>
              <a:defRPr sz="1800" b="0" i="0" u="none" strike="noStrike" cap="none">
                <a:solidFill>
                  <a:schemeClr val="dk1"/>
                </a:solidFill>
                <a:latin typeface="DM Sans SemiBold"/>
                <a:ea typeface="DM Sans SemiBold"/>
                <a:cs typeface="DM Sans SemiBold"/>
                <a:sym typeface="DM Sans SemiBold"/>
              </a:defRPr>
            </a:lvl5pPr>
            <a:lvl6pPr marL="2743200" marR="0" lvl="5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DM Sans SemiBold"/>
              <a:buNone/>
              <a:defRPr sz="1800" b="0" i="0" u="none" strike="noStrike" cap="none">
                <a:solidFill>
                  <a:schemeClr val="dk1"/>
                </a:solidFill>
                <a:latin typeface="DM Sans SemiBold"/>
                <a:ea typeface="DM Sans SemiBold"/>
                <a:cs typeface="DM Sans SemiBold"/>
                <a:sym typeface="DM Sans SemiBold"/>
              </a:defRPr>
            </a:lvl6pPr>
            <a:lvl7pPr marL="3200400" marR="0" lvl="6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DM Sans SemiBold"/>
              <a:buNone/>
              <a:defRPr sz="1800" b="0" i="0" u="none" strike="noStrike" cap="none">
                <a:solidFill>
                  <a:schemeClr val="dk1"/>
                </a:solidFill>
                <a:latin typeface="DM Sans SemiBold"/>
                <a:ea typeface="DM Sans SemiBold"/>
                <a:cs typeface="DM Sans SemiBold"/>
                <a:sym typeface="DM Sans SemiBold"/>
              </a:defRPr>
            </a:lvl7pPr>
            <a:lvl8pPr marL="3657600" marR="0" lvl="7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DM Sans SemiBold"/>
              <a:buNone/>
              <a:defRPr sz="1800" b="0" i="0" u="none" strike="noStrike" cap="none">
                <a:solidFill>
                  <a:schemeClr val="dk1"/>
                </a:solidFill>
                <a:latin typeface="DM Sans SemiBold"/>
                <a:ea typeface="DM Sans SemiBold"/>
                <a:cs typeface="DM Sans SemiBold"/>
                <a:sym typeface="DM Sans SemiBold"/>
              </a:defRPr>
            </a:lvl8pPr>
            <a:lvl9pPr marL="4114800" marR="0" lvl="8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DM Sans SemiBold"/>
              <a:buNone/>
              <a:defRPr sz="1800" b="0" i="0" u="none" strike="noStrike" cap="none">
                <a:solidFill>
                  <a:schemeClr val="dk1"/>
                </a:solidFill>
                <a:latin typeface="DM Sans SemiBold"/>
                <a:ea typeface="DM Sans SemiBold"/>
                <a:cs typeface="DM Sans SemiBold"/>
                <a:sym typeface="DM Sans SemiBold"/>
              </a:defRPr>
            </a:lvl9pPr>
          </a:lstStyle>
          <a:p>
            <a:pPr marL="0" indent="0"/>
            <a:r>
              <a:rPr lang="en-GB" sz="2400" dirty="0"/>
              <a:t>More Practices Previous Lesson</a:t>
            </a:r>
          </a:p>
        </p:txBody>
      </p:sp>
      <p:sp>
        <p:nvSpPr>
          <p:cNvPr id="4" name="Google Shape;220;p29">
            <a:extLst>
              <a:ext uri="{FF2B5EF4-FFF2-40B4-BE49-F238E27FC236}">
                <a16:creationId xmlns:a16="http://schemas.microsoft.com/office/drawing/2014/main" id="{BDB03565-0506-79DC-F6D7-009C8D6D6B35}"/>
              </a:ext>
            </a:extLst>
          </p:cNvPr>
          <p:cNvSpPr txBox="1">
            <a:spLocks/>
          </p:cNvSpPr>
          <p:nvPr/>
        </p:nvSpPr>
        <p:spPr>
          <a:xfrm>
            <a:off x="7966400" y="2876545"/>
            <a:ext cx="3265600" cy="59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DM Sans SemiBold"/>
              <a:buNone/>
              <a:defRPr sz="1800" b="0" i="0" u="none" strike="noStrike" cap="none">
                <a:solidFill>
                  <a:schemeClr val="dk1"/>
                </a:solidFill>
                <a:latin typeface="DM Sans SemiBold"/>
                <a:ea typeface="DM Sans SemiBold"/>
                <a:cs typeface="DM Sans SemiBold"/>
                <a:sym typeface="DM Sans SemiBold"/>
              </a:defRPr>
            </a:lvl1pPr>
            <a:lvl2pPr marL="914400" marR="0" lvl="1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DM Sans SemiBold"/>
              <a:buNone/>
              <a:defRPr sz="1800" b="0" i="0" u="none" strike="noStrike" cap="none">
                <a:solidFill>
                  <a:schemeClr val="dk1"/>
                </a:solidFill>
                <a:latin typeface="DM Sans SemiBold"/>
                <a:ea typeface="DM Sans SemiBold"/>
                <a:cs typeface="DM Sans SemiBold"/>
                <a:sym typeface="DM Sans SemiBold"/>
              </a:defRPr>
            </a:lvl2pPr>
            <a:lvl3pPr marL="1371600" marR="0" lvl="2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DM Sans SemiBold"/>
              <a:buNone/>
              <a:defRPr sz="1800" b="0" i="0" u="none" strike="noStrike" cap="none">
                <a:solidFill>
                  <a:schemeClr val="dk1"/>
                </a:solidFill>
                <a:latin typeface="DM Sans SemiBold"/>
                <a:ea typeface="DM Sans SemiBold"/>
                <a:cs typeface="DM Sans SemiBold"/>
                <a:sym typeface="DM Sans SemiBold"/>
              </a:defRPr>
            </a:lvl3pPr>
            <a:lvl4pPr marL="1828800" marR="0" lvl="3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DM Sans SemiBold"/>
              <a:buNone/>
              <a:defRPr sz="1800" b="0" i="0" u="none" strike="noStrike" cap="none">
                <a:solidFill>
                  <a:schemeClr val="dk1"/>
                </a:solidFill>
                <a:latin typeface="DM Sans SemiBold"/>
                <a:ea typeface="DM Sans SemiBold"/>
                <a:cs typeface="DM Sans SemiBold"/>
                <a:sym typeface="DM Sans SemiBold"/>
              </a:defRPr>
            </a:lvl4pPr>
            <a:lvl5pPr marL="2286000" marR="0" lvl="4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DM Sans SemiBold"/>
              <a:buNone/>
              <a:defRPr sz="1800" b="0" i="0" u="none" strike="noStrike" cap="none">
                <a:solidFill>
                  <a:schemeClr val="dk1"/>
                </a:solidFill>
                <a:latin typeface="DM Sans SemiBold"/>
                <a:ea typeface="DM Sans SemiBold"/>
                <a:cs typeface="DM Sans SemiBold"/>
                <a:sym typeface="DM Sans SemiBold"/>
              </a:defRPr>
            </a:lvl5pPr>
            <a:lvl6pPr marL="2743200" marR="0" lvl="5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DM Sans SemiBold"/>
              <a:buNone/>
              <a:defRPr sz="1800" b="0" i="0" u="none" strike="noStrike" cap="none">
                <a:solidFill>
                  <a:schemeClr val="dk1"/>
                </a:solidFill>
                <a:latin typeface="DM Sans SemiBold"/>
                <a:ea typeface="DM Sans SemiBold"/>
                <a:cs typeface="DM Sans SemiBold"/>
                <a:sym typeface="DM Sans SemiBold"/>
              </a:defRPr>
            </a:lvl6pPr>
            <a:lvl7pPr marL="3200400" marR="0" lvl="6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DM Sans SemiBold"/>
              <a:buNone/>
              <a:defRPr sz="1800" b="0" i="0" u="none" strike="noStrike" cap="none">
                <a:solidFill>
                  <a:schemeClr val="dk1"/>
                </a:solidFill>
                <a:latin typeface="DM Sans SemiBold"/>
                <a:ea typeface="DM Sans SemiBold"/>
                <a:cs typeface="DM Sans SemiBold"/>
                <a:sym typeface="DM Sans SemiBold"/>
              </a:defRPr>
            </a:lvl7pPr>
            <a:lvl8pPr marL="3657600" marR="0" lvl="7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DM Sans SemiBold"/>
              <a:buNone/>
              <a:defRPr sz="1800" b="0" i="0" u="none" strike="noStrike" cap="none">
                <a:solidFill>
                  <a:schemeClr val="dk1"/>
                </a:solidFill>
                <a:latin typeface="DM Sans SemiBold"/>
                <a:ea typeface="DM Sans SemiBold"/>
                <a:cs typeface="DM Sans SemiBold"/>
                <a:sym typeface="DM Sans SemiBold"/>
              </a:defRPr>
            </a:lvl8pPr>
            <a:lvl9pPr marL="4114800" marR="0" lvl="8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DM Sans SemiBold"/>
              <a:buNone/>
              <a:defRPr sz="1800" b="0" i="0" u="none" strike="noStrike" cap="none">
                <a:solidFill>
                  <a:schemeClr val="dk1"/>
                </a:solidFill>
                <a:latin typeface="DM Sans SemiBold"/>
                <a:ea typeface="DM Sans SemiBold"/>
                <a:cs typeface="DM Sans SemiBold"/>
                <a:sym typeface="DM Sans SemiBold"/>
              </a:defRPr>
            </a:lvl9pPr>
          </a:lstStyle>
          <a:p>
            <a:pPr marL="0" indent="0"/>
            <a:r>
              <a:rPr lang="en-GB" sz="2400" dirty="0"/>
              <a:t>Exercise</a:t>
            </a:r>
          </a:p>
        </p:txBody>
      </p:sp>
    </p:spTree>
    <p:extLst>
      <p:ext uri="{BB962C8B-B14F-4D97-AF65-F5344CB8AC3E}">
        <p14:creationId xmlns:p14="http://schemas.microsoft.com/office/powerpoint/2010/main" val="418411696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5">
          <a:extLst>
            <a:ext uri="{FF2B5EF4-FFF2-40B4-BE49-F238E27FC236}">
              <a16:creationId xmlns:a16="http://schemas.microsoft.com/office/drawing/2014/main" id="{4F681C08-CC21-35D1-5FCB-6B304F07A2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30">
            <a:extLst>
              <a:ext uri="{FF2B5EF4-FFF2-40B4-BE49-F238E27FC236}">
                <a16:creationId xmlns:a16="http://schemas.microsoft.com/office/drawing/2014/main" id="{071EBFC1-1EA9-8BC3-A2D9-E974E053D83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60000" y="337532"/>
            <a:ext cx="10272000" cy="7636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Autofit/>
          </a:bodyPr>
          <a:lstStyle/>
          <a:p>
            <a:pPr lvl="0"/>
            <a:r>
              <a:rPr lang="en-CA" dirty="0"/>
              <a:t>Loop Control</a:t>
            </a:r>
            <a:endParaRPr dirty="0"/>
          </a:p>
        </p:txBody>
      </p:sp>
      <p:cxnSp>
        <p:nvCxnSpPr>
          <p:cNvPr id="242" name="Google Shape;242;p30">
            <a:extLst>
              <a:ext uri="{FF2B5EF4-FFF2-40B4-BE49-F238E27FC236}">
                <a16:creationId xmlns:a16="http://schemas.microsoft.com/office/drawing/2014/main" id="{C2472F26-6F5F-E63B-9E88-948C9B0909E0}"/>
              </a:ext>
            </a:extLst>
          </p:cNvPr>
          <p:cNvCxnSpPr/>
          <p:nvPr/>
        </p:nvCxnSpPr>
        <p:spPr>
          <a:xfrm>
            <a:off x="0" y="6138667"/>
            <a:ext cx="1524000" cy="0"/>
          </a:xfrm>
          <a:prstGeom prst="straightConnector1">
            <a:avLst/>
          </a:prstGeom>
          <a:noFill/>
          <a:ln w="9525" cap="flat" cmpd="sng">
            <a:solidFill>
              <a:schemeClr val="accent5"/>
            </a:solidFill>
            <a:prstDash val="solid"/>
            <a:round/>
            <a:headEnd type="none" w="med" len="med"/>
            <a:tailEnd type="oval" w="med" len="med"/>
          </a:ln>
        </p:spPr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33BDDFED-1C10-0750-79C1-999D068BF941}"/>
              </a:ext>
            </a:extLst>
          </p:cNvPr>
          <p:cNvSpPr txBox="1"/>
          <p:nvPr/>
        </p:nvSpPr>
        <p:spPr>
          <a:xfrm>
            <a:off x="960001" y="1101132"/>
            <a:ext cx="11025172" cy="5453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189" indent="-457189">
              <a:lnSpc>
                <a:spcPct val="150000"/>
              </a:lnSpc>
              <a:buFont typeface="+mj-lt"/>
              <a:buAutoNum type="arabicPeriod"/>
            </a:pPr>
            <a:r>
              <a:rPr lang="en-GB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Break</a:t>
            </a:r>
          </a:p>
          <a:p>
            <a:pPr>
              <a:lnSpc>
                <a:spcPct val="150000"/>
              </a:lnSpc>
            </a:pPr>
            <a: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GB" sz="2267" dirty="0">
                <a:solidFill>
                  <a:srgbClr val="FF0000"/>
                </a:solidFill>
                <a:latin typeface="Consolas" panose="020B0609020204030204" pitchFamily="49" charset="0"/>
                <a:cs typeface="Times New Roman" panose="02020603050405020304" pitchFamily="18" charset="0"/>
              </a:rPr>
              <a:t>break</a:t>
            </a:r>
            <a: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statement "jumps out" of loops and switches.</a:t>
            </a:r>
          </a:p>
          <a:p>
            <a:pPr>
              <a:lnSpc>
                <a:spcPct val="150000"/>
              </a:lnSpc>
            </a:pPr>
            <a: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When break is encountered in a loop, the loop terminates immediately.</a:t>
            </a:r>
          </a:p>
          <a:p>
            <a:pPr>
              <a:lnSpc>
                <a:spcPct val="150000"/>
              </a:lnSpc>
            </a:pPr>
            <a: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program control is </a:t>
            </a:r>
            <a:r>
              <a:rPr lang="en-GB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transfered</a:t>
            </a:r>
            <a: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the statements following the loop.</a:t>
            </a:r>
          </a:p>
          <a:p>
            <a:pPr>
              <a:lnSpc>
                <a:spcPct val="150000"/>
              </a:lnSpc>
            </a:pPr>
            <a: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 more loop iterations are executed.</a:t>
            </a:r>
          </a:p>
          <a:p>
            <a:pPr>
              <a:lnSpc>
                <a:spcPct val="150000"/>
              </a:lnSpc>
            </a:pPr>
            <a: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Example:</a:t>
            </a:r>
          </a:p>
          <a:p>
            <a:pPr>
              <a:lnSpc>
                <a:spcPct val="150000"/>
              </a:lnSpc>
            </a:pPr>
            <a:r>
              <a:rPr lang="en-GB" sz="2267" dirty="0">
                <a:latin typeface="Consolas" panose="020B0609020204030204" pitchFamily="49" charset="0"/>
                <a:cs typeface="Times New Roman" panose="02020603050405020304" pitchFamily="18" charset="0"/>
              </a:rPr>
              <a:t>for (let </a:t>
            </a:r>
            <a:r>
              <a:rPr lang="en-GB" sz="2267" dirty="0" err="1">
                <a:latin typeface="Consolas" panose="020B0609020204030204" pitchFamily="49" charset="0"/>
                <a:cs typeface="Times New Roman" panose="02020603050405020304" pitchFamily="18" charset="0"/>
              </a:rPr>
              <a:t>i</a:t>
            </a:r>
            <a:r>
              <a:rPr lang="en-GB" sz="2267" dirty="0">
                <a:latin typeface="Consolas" panose="020B0609020204030204" pitchFamily="49" charset="0"/>
                <a:cs typeface="Times New Roman" panose="02020603050405020304" pitchFamily="18" charset="0"/>
              </a:rPr>
              <a:t> = 0; </a:t>
            </a:r>
            <a:r>
              <a:rPr lang="en-GB" sz="2267" dirty="0" err="1">
                <a:latin typeface="Consolas" panose="020B0609020204030204" pitchFamily="49" charset="0"/>
                <a:cs typeface="Times New Roman" panose="02020603050405020304" pitchFamily="18" charset="0"/>
              </a:rPr>
              <a:t>i</a:t>
            </a:r>
            <a:r>
              <a:rPr lang="en-GB" sz="2267" dirty="0">
                <a:latin typeface="Consolas" panose="020B0609020204030204" pitchFamily="49" charset="0"/>
                <a:cs typeface="Times New Roman" panose="02020603050405020304" pitchFamily="18" charset="0"/>
              </a:rPr>
              <a:t> &lt; 10; </a:t>
            </a:r>
            <a:r>
              <a:rPr lang="en-GB" sz="2267" dirty="0" err="1">
                <a:latin typeface="Consolas" panose="020B0609020204030204" pitchFamily="49" charset="0"/>
                <a:cs typeface="Times New Roman" panose="02020603050405020304" pitchFamily="18" charset="0"/>
              </a:rPr>
              <a:t>i</a:t>
            </a:r>
            <a:r>
              <a:rPr lang="en-GB" sz="2267" dirty="0">
                <a:latin typeface="Consolas" panose="020B0609020204030204" pitchFamily="49" charset="0"/>
                <a:cs typeface="Times New Roman" panose="02020603050405020304" pitchFamily="18" charset="0"/>
              </a:rPr>
              <a:t>++) {</a:t>
            </a:r>
            <a:br>
              <a:rPr lang="en-GB" sz="2267" dirty="0">
                <a:latin typeface="Consolas" panose="020B0609020204030204" pitchFamily="49" charset="0"/>
                <a:cs typeface="Times New Roman" panose="02020603050405020304" pitchFamily="18" charset="0"/>
              </a:rPr>
            </a:br>
            <a:r>
              <a:rPr lang="en-GB" sz="2267" dirty="0">
                <a:latin typeface="Consolas" panose="020B0609020204030204" pitchFamily="49" charset="0"/>
                <a:cs typeface="Times New Roman" panose="02020603050405020304" pitchFamily="18" charset="0"/>
              </a:rPr>
              <a:t>  if (</a:t>
            </a:r>
            <a:r>
              <a:rPr lang="en-GB" sz="2267" dirty="0" err="1">
                <a:latin typeface="Consolas" panose="020B0609020204030204" pitchFamily="49" charset="0"/>
                <a:cs typeface="Times New Roman" panose="02020603050405020304" pitchFamily="18" charset="0"/>
              </a:rPr>
              <a:t>i</a:t>
            </a:r>
            <a:r>
              <a:rPr lang="en-GB" sz="2267" dirty="0">
                <a:latin typeface="Consolas" panose="020B0609020204030204" pitchFamily="49" charset="0"/>
                <a:cs typeface="Times New Roman" panose="02020603050405020304" pitchFamily="18" charset="0"/>
              </a:rPr>
              <a:t> === 3) { break; }</a:t>
            </a:r>
            <a:br>
              <a:rPr lang="en-GB" sz="2267" dirty="0">
                <a:latin typeface="Consolas" panose="020B0609020204030204" pitchFamily="49" charset="0"/>
                <a:cs typeface="Times New Roman" panose="02020603050405020304" pitchFamily="18" charset="0"/>
              </a:rPr>
            </a:br>
            <a:r>
              <a:rPr lang="en-GB" sz="2267" dirty="0">
                <a:latin typeface="Consolas" panose="020B0609020204030204" pitchFamily="49" charset="0"/>
                <a:cs typeface="Times New Roman" panose="02020603050405020304" pitchFamily="18" charset="0"/>
              </a:rPr>
              <a:t>  console.log(</a:t>
            </a:r>
            <a:r>
              <a:rPr lang="en-GB" sz="2267" dirty="0" err="1">
                <a:latin typeface="Consolas" panose="020B0609020204030204" pitchFamily="49" charset="0"/>
                <a:cs typeface="Times New Roman" panose="02020603050405020304" pitchFamily="18" charset="0"/>
              </a:rPr>
              <a:t>i</a:t>
            </a:r>
            <a:r>
              <a:rPr lang="en-GB" sz="2267" dirty="0">
                <a:latin typeface="Consolas" panose="020B0609020204030204" pitchFamily="49" charset="0"/>
                <a:cs typeface="Times New Roman" panose="02020603050405020304" pitchFamily="18" charset="0"/>
              </a:rPr>
              <a:t>);</a:t>
            </a:r>
            <a:br>
              <a:rPr lang="en-GB" sz="2267" dirty="0">
                <a:latin typeface="Consolas" panose="020B0609020204030204" pitchFamily="49" charset="0"/>
                <a:cs typeface="Times New Roman" panose="02020603050405020304" pitchFamily="18" charset="0"/>
              </a:rPr>
            </a:br>
            <a:r>
              <a:rPr lang="en-GB" sz="2267" dirty="0">
                <a:latin typeface="Consolas" panose="020B0609020204030204" pitchFamily="49" charset="0"/>
                <a:cs typeface="Times New Roman" panose="02020603050405020304" pitchFamily="18" charset="0"/>
              </a:rPr>
              <a:t>}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85CFC17-0EAB-8BEA-3B64-1C4ED7F1D889}"/>
              </a:ext>
            </a:extLst>
          </p:cNvPr>
          <p:cNvSpPr txBox="1"/>
          <p:nvPr/>
        </p:nvSpPr>
        <p:spPr>
          <a:xfrm>
            <a:off x="6618972" y="4310473"/>
            <a:ext cx="6102416" cy="2241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GB" sz="2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Output:</a:t>
            </a:r>
          </a:p>
          <a:p>
            <a:pPr>
              <a:lnSpc>
                <a:spcPct val="150000"/>
              </a:lnSpc>
            </a:pPr>
            <a:r>
              <a:rPr lang="en-GB" sz="2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b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GB" sz="2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b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GB" sz="2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3208457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5">
          <a:extLst>
            <a:ext uri="{FF2B5EF4-FFF2-40B4-BE49-F238E27FC236}">
              <a16:creationId xmlns:a16="http://schemas.microsoft.com/office/drawing/2014/main" id="{89E81840-9B3F-C6A2-6B06-2650B155D3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30">
            <a:extLst>
              <a:ext uri="{FF2B5EF4-FFF2-40B4-BE49-F238E27FC236}">
                <a16:creationId xmlns:a16="http://schemas.microsoft.com/office/drawing/2014/main" id="{8CCB91DD-316F-FB49-D984-086FD4CEA52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60000" y="337532"/>
            <a:ext cx="10272000" cy="7636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Autofit/>
          </a:bodyPr>
          <a:lstStyle/>
          <a:p>
            <a:pPr lvl="0"/>
            <a:r>
              <a:rPr lang="en-CA" dirty="0"/>
              <a:t>Loop Control</a:t>
            </a:r>
            <a:endParaRPr dirty="0"/>
          </a:p>
        </p:txBody>
      </p:sp>
      <p:cxnSp>
        <p:nvCxnSpPr>
          <p:cNvPr id="242" name="Google Shape;242;p30">
            <a:extLst>
              <a:ext uri="{FF2B5EF4-FFF2-40B4-BE49-F238E27FC236}">
                <a16:creationId xmlns:a16="http://schemas.microsoft.com/office/drawing/2014/main" id="{95675541-AE5E-9354-AFB2-F10FD2AC01D3}"/>
              </a:ext>
            </a:extLst>
          </p:cNvPr>
          <p:cNvCxnSpPr/>
          <p:nvPr/>
        </p:nvCxnSpPr>
        <p:spPr>
          <a:xfrm>
            <a:off x="0" y="6138667"/>
            <a:ext cx="1524000" cy="0"/>
          </a:xfrm>
          <a:prstGeom prst="straightConnector1">
            <a:avLst/>
          </a:prstGeom>
          <a:noFill/>
          <a:ln w="9525" cap="flat" cmpd="sng">
            <a:solidFill>
              <a:schemeClr val="accent5"/>
            </a:solidFill>
            <a:prstDash val="solid"/>
            <a:round/>
            <a:headEnd type="none" w="med" len="med"/>
            <a:tailEnd type="oval" w="med" len="med"/>
          </a:ln>
        </p:spPr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235EFB44-116D-26E5-390F-4D74002DD46B}"/>
              </a:ext>
            </a:extLst>
          </p:cNvPr>
          <p:cNvSpPr txBox="1"/>
          <p:nvPr/>
        </p:nvSpPr>
        <p:spPr>
          <a:xfrm>
            <a:off x="960001" y="1101133"/>
            <a:ext cx="11025172" cy="54230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189" indent="-457189">
              <a:lnSpc>
                <a:spcPct val="150000"/>
              </a:lnSpc>
              <a:buFont typeface="+mj-lt"/>
              <a:buAutoNum type="arabicPeriod" startAt="2"/>
            </a:pPr>
            <a:r>
              <a:rPr lang="en-GB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Continue</a:t>
            </a:r>
          </a:p>
          <a:p>
            <a:pPr>
              <a:lnSpc>
                <a:spcPct val="150000"/>
              </a:lnSpc>
            </a:pPr>
            <a: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GB" sz="2267" dirty="0">
                <a:solidFill>
                  <a:srgbClr val="FF0000"/>
                </a:solidFill>
                <a:latin typeface="Consolas" panose="020B0609020204030204" pitchFamily="49" charset="0"/>
                <a:cs typeface="Times New Roman" panose="02020603050405020304" pitchFamily="18" charset="0"/>
              </a:rPr>
              <a:t>continue</a:t>
            </a:r>
            <a: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statement skips the current iteration in a loop.</a:t>
            </a:r>
          </a:p>
          <a:p>
            <a:pPr>
              <a:lnSpc>
                <a:spcPct val="150000"/>
              </a:lnSpc>
            </a:pPr>
            <a: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remaining code in the iteration is skipped and processing moves to the next iteration.</a:t>
            </a:r>
          </a:p>
          <a:p>
            <a:pPr>
              <a:lnSpc>
                <a:spcPct val="150000"/>
              </a:lnSpc>
            </a:pPr>
            <a: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Example:</a:t>
            </a:r>
          </a:p>
          <a:p>
            <a:pPr>
              <a:lnSpc>
                <a:spcPct val="150000"/>
              </a:lnSpc>
            </a:pPr>
            <a:r>
              <a:rPr lang="en-GB" sz="2267" dirty="0">
                <a:latin typeface="Consolas" panose="020B0609020204030204" pitchFamily="49" charset="0"/>
                <a:cs typeface="Times New Roman" panose="02020603050405020304" pitchFamily="18" charset="0"/>
              </a:rPr>
              <a:t>for (let </a:t>
            </a:r>
            <a:r>
              <a:rPr lang="en-GB" sz="2267" dirty="0" err="1">
                <a:latin typeface="Consolas" panose="020B0609020204030204" pitchFamily="49" charset="0"/>
                <a:cs typeface="Times New Roman" panose="02020603050405020304" pitchFamily="18" charset="0"/>
              </a:rPr>
              <a:t>i</a:t>
            </a:r>
            <a:r>
              <a:rPr lang="en-GB" sz="2267" dirty="0">
                <a:latin typeface="Consolas" panose="020B0609020204030204" pitchFamily="49" charset="0"/>
                <a:cs typeface="Times New Roman" panose="02020603050405020304" pitchFamily="18" charset="0"/>
              </a:rPr>
              <a:t> = 0; </a:t>
            </a:r>
            <a:r>
              <a:rPr lang="en-GB" sz="2267" dirty="0" err="1">
                <a:latin typeface="Consolas" panose="020B0609020204030204" pitchFamily="49" charset="0"/>
                <a:cs typeface="Times New Roman" panose="02020603050405020304" pitchFamily="18" charset="0"/>
              </a:rPr>
              <a:t>i</a:t>
            </a:r>
            <a:r>
              <a:rPr lang="en-GB" sz="2267" dirty="0">
                <a:latin typeface="Consolas" panose="020B0609020204030204" pitchFamily="49" charset="0"/>
                <a:cs typeface="Times New Roman" panose="02020603050405020304" pitchFamily="18" charset="0"/>
              </a:rPr>
              <a:t> &lt; 6; </a:t>
            </a:r>
            <a:r>
              <a:rPr lang="en-GB" sz="2267" dirty="0" err="1">
                <a:latin typeface="Consolas" panose="020B0609020204030204" pitchFamily="49" charset="0"/>
                <a:cs typeface="Times New Roman" panose="02020603050405020304" pitchFamily="18" charset="0"/>
              </a:rPr>
              <a:t>i</a:t>
            </a:r>
            <a:r>
              <a:rPr lang="en-GB" sz="2267" dirty="0">
                <a:latin typeface="Consolas" panose="020B0609020204030204" pitchFamily="49" charset="0"/>
                <a:cs typeface="Times New Roman" panose="02020603050405020304" pitchFamily="18" charset="0"/>
              </a:rPr>
              <a:t>++) {</a:t>
            </a:r>
            <a:br>
              <a:rPr lang="en-GB" sz="2267" dirty="0">
                <a:latin typeface="Consolas" panose="020B0609020204030204" pitchFamily="49" charset="0"/>
                <a:cs typeface="Times New Roman" panose="02020603050405020304" pitchFamily="18" charset="0"/>
              </a:rPr>
            </a:br>
            <a:r>
              <a:rPr lang="en-GB" sz="2267" dirty="0">
                <a:latin typeface="Consolas" panose="020B0609020204030204" pitchFamily="49" charset="0"/>
                <a:cs typeface="Times New Roman" panose="02020603050405020304" pitchFamily="18" charset="0"/>
              </a:rPr>
              <a:t>  if (</a:t>
            </a:r>
            <a:r>
              <a:rPr lang="en-GB" sz="2267" dirty="0" err="1">
                <a:latin typeface="Consolas" panose="020B0609020204030204" pitchFamily="49" charset="0"/>
                <a:cs typeface="Times New Roman" panose="02020603050405020304" pitchFamily="18" charset="0"/>
              </a:rPr>
              <a:t>i</a:t>
            </a:r>
            <a:r>
              <a:rPr lang="en-GB" sz="2267" dirty="0">
                <a:latin typeface="Consolas" panose="020B0609020204030204" pitchFamily="49" charset="0"/>
                <a:cs typeface="Times New Roman" panose="02020603050405020304" pitchFamily="18" charset="0"/>
              </a:rPr>
              <a:t> === 3) { </a:t>
            </a:r>
          </a:p>
          <a:p>
            <a:pPr>
              <a:lnSpc>
                <a:spcPct val="150000"/>
              </a:lnSpc>
            </a:pPr>
            <a:r>
              <a:rPr lang="en-GB" sz="2267" dirty="0">
                <a:latin typeface="Consolas" panose="020B0609020204030204" pitchFamily="49" charset="0"/>
                <a:cs typeface="Times New Roman" panose="02020603050405020304" pitchFamily="18" charset="0"/>
              </a:rPr>
              <a:t>     continue; }</a:t>
            </a:r>
            <a:br>
              <a:rPr lang="en-GB" sz="2267" dirty="0">
                <a:latin typeface="Consolas" panose="020B0609020204030204" pitchFamily="49" charset="0"/>
                <a:cs typeface="Times New Roman" panose="02020603050405020304" pitchFamily="18" charset="0"/>
              </a:rPr>
            </a:br>
            <a:r>
              <a:rPr lang="en-GB" sz="2267" dirty="0">
                <a:latin typeface="Consolas" panose="020B0609020204030204" pitchFamily="49" charset="0"/>
                <a:cs typeface="Times New Roman" panose="02020603050405020304" pitchFamily="18" charset="0"/>
              </a:rPr>
              <a:t>  console.log(</a:t>
            </a:r>
            <a:r>
              <a:rPr lang="en-GB" sz="2267" dirty="0" err="1">
                <a:latin typeface="Consolas" panose="020B0609020204030204" pitchFamily="49" charset="0"/>
                <a:cs typeface="Times New Roman" panose="02020603050405020304" pitchFamily="18" charset="0"/>
              </a:rPr>
              <a:t>i</a:t>
            </a:r>
            <a:r>
              <a:rPr lang="en-GB" sz="2267" dirty="0">
                <a:latin typeface="Consolas" panose="020B0609020204030204" pitchFamily="49" charset="0"/>
                <a:cs typeface="Times New Roman" panose="02020603050405020304" pitchFamily="18" charset="0"/>
              </a:rPr>
              <a:t>);</a:t>
            </a:r>
            <a:br>
              <a:rPr lang="en-GB" sz="2267" dirty="0">
                <a:latin typeface="Consolas" panose="020B0609020204030204" pitchFamily="49" charset="0"/>
                <a:cs typeface="Times New Roman" panose="02020603050405020304" pitchFamily="18" charset="0"/>
              </a:rPr>
            </a:br>
            <a:r>
              <a:rPr lang="en-GB" sz="2267" dirty="0">
                <a:latin typeface="Consolas" panose="020B0609020204030204" pitchFamily="49" charset="0"/>
                <a:cs typeface="Times New Roman" panose="02020603050405020304" pitchFamily="18" charset="0"/>
              </a:rPr>
              <a:t>}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A54D0B7-B23E-90CE-50B4-2E4FD1E68DE4}"/>
              </a:ext>
            </a:extLst>
          </p:cNvPr>
          <p:cNvSpPr txBox="1"/>
          <p:nvPr/>
        </p:nvSpPr>
        <p:spPr>
          <a:xfrm>
            <a:off x="6580471" y="3322280"/>
            <a:ext cx="6102416" cy="33499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GB" sz="2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Output:</a:t>
            </a:r>
          </a:p>
          <a:p>
            <a:pPr>
              <a:lnSpc>
                <a:spcPct val="150000"/>
              </a:lnSpc>
            </a:pPr>
            <a:r>
              <a:rPr lang="en-GB" sz="2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b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GB" sz="2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b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GB" sz="2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</a:p>
          <a:p>
            <a:pPr>
              <a:lnSpc>
                <a:spcPct val="150000"/>
              </a:lnSpc>
            </a:pPr>
            <a: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</a:p>
          <a:p>
            <a:pPr>
              <a:lnSpc>
                <a:spcPct val="150000"/>
              </a:lnSpc>
            </a:pPr>
            <a: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9815879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187</Words>
  <Application>Microsoft Office PowerPoint</Application>
  <PresentationFormat>Widescreen</PresentationFormat>
  <Paragraphs>28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13" baseType="lpstr">
      <vt:lpstr>Arial</vt:lpstr>
      <vt:lpstr>Cairo</vt:lpstr>
      <vt:lpstr>Cairo Light</vt:lpstr>
      <vt:lpstr>Calibri</vt:lpstr>
      <vt:lpstr>Calibri Light</vt:lpstr>
      <vt:lpstr>Consolas</vt:lpstr>
      <vt:lpstr>DM Sans SemiBold</vt:lpstr>
      <vt:lpstr>Times New Roman</vt:lpstr>
      <vt:lpstr>Office Theme</vt:lpstr>
      <vt:lpstr>PowerPoint Presentation</vt:lpstr>
      <vt:lpstr>What we Cover Today:</vt:lpstr>
      <vt:lpstr>Loop Control</vt:lpstr>
      <vt:lpstr>Loop Control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Khalid Sulub</dc:creator>
  <cp:lastModifiedBy>Khalid Sulub</cp:lastModifiedBy>
  <cp:revision>1</cp:revision>
  <dcterms:created xsi:type="dcterms:W3CDTF">2025-12-15T16:38:14Z</dcterms:created>
  <dcterms:modified xsi:type="dcterms:W3CDTF">2025-12-15T16:39:58Z</dcterms:modified>
</cp:coreProperties>
</file>