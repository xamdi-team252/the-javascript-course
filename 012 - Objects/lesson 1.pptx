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7"/>
  </p:notesMasterIdLst>
  <p:sldIdLst>
    <p:sldId id="259" r:id="rId2"/>
    <p:sldId id="470" r:id="rId3"/>
    <p:sldId id="471" r:id="rId4"/>
    <p:sldId id="472" r:id="rId5"/>
    <p:sldId id="473" r:id="rId6"/>
    <p:sldId id="474" r:id="rId7"/>
    <p:sldId id="475" r:id="rId8"/>
    <p:sldId id="476" r:id="rId9"/>
    <p:sldId id="477" r:id="rId10"/>
    <p:sldId id="478" r:id="rId11"/>
    <p:sldId id="304" r:id="rId12"/>
    <p:sldId id="479" r:id="rId13"/>
    <p:sldId id="480" r:id="rId14"/>
    <p:sldId id="481" r:id="rId15"/>
    <p:sldId id="482" r:id="rId16"/>
    <p:sldId id="483" r:id="rId17"/>
    <p:sldId id="484" r:id="rId18"/>
    <p:sldId id="485" r:id="rId19"/>
    <p:sldId id="312" r:id="rId20"/>
    <p:sldId id="486" r:id="rId21"/>
    <p:sldId id="487" r:id="rId22"/>
    <p:sldId id="488" r:id="rId23"/>
    <p:sldId id="262" r:id="rId24"/>
    <p:sldId id="489" r:id="rId25"/>
    <p:sldId id="490"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59" d="100"/>
          <a:sy n="59" d="100"/>
        </p:scale>
        <p:origin x="892"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6F6A76D-21FA-4727-A15F-FB2302CE457E}" type="datetimeFigureOut">
              <a:rPr lang="en-US" smtClean="0"/>
              <a:t>12/15/2025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059E431-EEFD-4A12-9980-F47D5A5EE5E2}" type="slidenum">
              <a:rPr lang="en-US" smtClean="0"/>
              <a:t>‹#›</a:t>
            </a:fld>
            <a:endParaRPr lang="en-US"/>
          </a:p>
        </p:txBody>
      </p:sp>
    </p:spTree>
    <p:extLst>
      <p:ext uri="{BB962C8B-B14F-4D97-AF65-F5344CB8AC3E}">
        <p14:creationId xmlns:p14="http://schemas.microsoft.com/office/powerpoint/2010/main" val="8538693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p:cNvGrpSpPr/>
        <p:nvPr/>
      </p:nvGrpSpPr>
      <p:grpSpPr>
        <a:xfrm>
          <a:off x="0" y="0"/>
          <a:ext cx="0" cy="0"/>
          <a:chOff x="0" y="0"/>
          <a:chExt cx="0" cy="0"/>
        </a:xfrm>
      </p:grpSpPr>
      <p:sp>
        <p:nvSpPr>
          <p:cNvPr id="244" name="Google Shape;244;g54dda1946d_6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5" name="Google Shape;245;g54dda1946d_6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683604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gd431007ba2_0_2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1" name="Google Shape;211;gd431007ba2_0_2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146402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p:cNvGrpSpPr/>
        <p:nvPr/>
      </p:nvGrpSpPr>
      <p:grpSpPr>
        <a:xfrm>
          <a:off x="0" y="0"/>
          <a:ext cx="0" cy="0"/>
          <a:chOff x="0" y="0"/>
          <a:chExt cx="0" cy="0"/>
        </a:xfrm>
      </p:grpSpPr>
      <p:sp>
        <p:nvSpPr>
          <p:cNvPr id="263" name="Google Shape;263;g54dda1946d_6_3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4" name="Google Shape;264;g54dda1946d_6_3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855916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a:extLst>
            <a:ext uri="{FF2B5EF4-FFF2-40B4-BE49-F238E27FC236}">
              <a16:creationId xmlns:a16="http://schemas.microsoft.com/office/drawing/2014/main" id="{61E076B0-C603-9AB4-59F1-2255D72CFC81}"/>
            </a:ext>
          </a:extLst>
        </p:cNvPr>
        <p:cNvGrpSpPr/>
        <p:nvPr/>
      </p:nvGrpSpPr>
      <p:grpSpPr>
        <a:xfrm>
          <a:off x="0" y="0"/>
          <a:ext cx="0" cy="0"/>
          <a:chOff x="0" y="0"/>
          <a:chExt cx="0" cy="0"/>
        </a:xfrm>
      </p:grpSpPr>
      <p:sp>
        <p:nvSpPr>
          <p:cNvPr id="263" name="Google Shape;263;g54dda1946d_6_332:notes">
            <a:extLst>
              <a:ext uri="{FF2B5EF4-FFF2-40B4-BE49-F238E27FC236}">
                <a16:creationId xmlns:a16="http://schemas.microsoft.com/office/drawing/2014/main" id="{65D57A5F-4B02-899E-0462-E08FED0D493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4" name="Google Shape;264;g54dda1946d_6_332:notes">
            <a:extLst>
              <a:ext uri="{FF2B5EF4-FFF2-40B4-BE49-F238E27FC236}">
                <a16:creationId xmlns:a16="http://schemas.microsoft.com/office/drawing/2014/main" id="{E36C8E44-7600-B989-23E0-14A23E656B3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868428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a:extLst>
            <a:ext uri="{FF2B5EF4-FFF2-40B4-BE49-F238E27FC236}">
              <a16:creationId xmlns:a16="http://schemas.microsoft.com/office/drawing/2014/main" id="{10AA8F67-C7CB-2899-7D87-C43026576736}"/>
            </a:ext>
          </a:extLst>
        </p:cNvPr>
        <p:cNvGrpSpPr/>
        <p:nvPr/>
      </p:nvGrpSpPr>
      <p:grpSpPr>
        <a:xfrm>
          <a:off x="0" y="0"/>
          <a:ext cx="0" cy="0"/>
          <a:chOff x="0" y="0"/>
          <a:chExt cx="0" cy="0"/>
        </a:xfrm>
      </p:grpSpPr>
      <p:sp>
        <p:nvSpPr>
          <p:cNvPr id="263" name="Google Shape;263;g54dda1946d_6_332:notes">
            <a:extLst>
              <a:ext uri="{FF2B5EF4-FFF2-40B4-BE49-F238E27FC236}">
                <a16:creationId xmlns:a16="http://schemas.microsoft.com/office/drawing/2014/main" id="{4153911F-75E3-D472-C387-AC6503A9D66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4" name="Google Shape;264;g54dda1946d_6_332:notes">
            <a:extLst>
              <a:ext uri="{FF2B5EF4-FFF2-40B4-BE49-F238E27FC236}">
                <a16:creationId xmlns:a16="http://schemas.microsoft.com/office/drawing/2014/main" id="{3D86B365-406C-BB2F-597E-22AECC64FC1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050200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a:extLst>
            <a:ext uri="{FF2B5EF4-FFF2-40B4-BE49-F238E27FC236}">
              <a16:creationId xmlns:a16="http://schemas.microsoft.com/office/drawing/2014/main" id="{C3A1B611-615F-682E-0740-912C84187F9E}"/>
            </a:ext>
          </a:extLst>
        </p:cNvPr>
        <p:cNvGrpSpPr/>
        <p:nvPr/>
      </p:nvGrpSpPr>
      <p:grpSpPr>
        <a:xfrm>
          <a:off x="0" y="0"/>
          <a:ext cx="0" cy="0"/>
          <a:chOff x="0" y="0"/>
          <a:chExt cx="0" cy="0"/>
        </a:xfrm>
      </p:grpSpPr>
      <p:sp>
        <p:nvSpPr>
          <p:cNvPr id="263" name="Google Shape;263;g54dda1946d_6_332:notes">
            <a:extLst>
              <a:ext uri="{FF2B5EF4-FFF2-40B4-BE49-F238E27FC236}">
                <a16:creationId xmlns:a16="http://schemas.microsoft.com/office/drawing/2014/main" id="{AFFE57E5-F35A-EA16-038F-AB486CA3CF3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4" name="Google Shape;264;g54dda1946d_6_332:notes">
            <a:extLst>
              <a:ext uri="{FF2B5EF4-FFF2-40B4-BE49-F238E27FC236}">
                <a16:creationId xmlns:a16="http://schemas.microsoft.com/office/drawing/2014/main" id="{537323DD-41A9-9FE7-B6F8-21B5D388177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998181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a:extLst>
            <a:ext uri="{FF2B5EF4-FFF2-40B4-BE49-F238E27FC236}">
              <a16:creationId xmlns:a16="http://schemas.microsoft.com/office/drawing/2014/main" id="{1F4EC7C6-BD14-9185-E860-DCA40FE143F8}"/>
            </a:ext>
          </a:extLst>
        </p:cNvPr>
        <p:cNvGrpSpPr/>
        <p:nvPr/>
      </p:nvGrpSpPr>
      <p:grpSpPr>
        <a:xfrm>
          <a:off x="0" y="0"/>
          <a:ext cx="0" cy="0"/>
          <a:chOff x="0" y="0"/>
          <a:chExt cx="0" cy="0"/>
        </a:xfrm>
      </p:grpSpPr>
      <p:sp>
        <p:nvSpPr>
          <p:cNvPr id="263" name="Google Shape;263;g54dda1946d_6_332:notes">
            <a:extLst>
              <a:ext uri="{FF2B5EF4-FFF2-40B4-BE49-F238E27FC236}">
                <a16:creationId xmlns:a16="http://schemas.microsoft.com/office/drawing/2014/main" id="{23577B85-6B55-A44B-A46F-427519609C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4" name="Google Shape;264;g54dda1946d_6_332:notes">
            <a:extLst>
              <a:ext uri="{FF2B5EF4-FFF2-40B4-BE49-F238E27FC236}">
                <a16:creationId xmlns:a16="http://schemas.microsoft.com/office/drawing/2014/main" id="{DD4ABD53-E85F-0F97-5808-BE2FF50427C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867903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a:extLst>
            <a:ext uri="{FF2B5EF4-FFF2-40B4-BE49-F238E27FC236}">
              <a16:creationId xmlns:a16="http://schemas.microsoft.com/office/drawing/2014/main" id="{75FF510C-3EA3-B615-745C-9841EC8F3B5F}"/>
            </a:ext>
          </a:extLst>
        </p:cNvPr>
        <p:cNvGrpSpPr/>
        <p:nvPr/>
      </p:nvGrpSpPr>
      <p:grpSpPr>
        <a:xfrm>
          <a:off x="0" y="0"/>
          <a:ext cx="0" cy="0"/>
          <a:chOff x="0" y="0"/>
          <a:chExt cx="0" cy="0"/>
        </a:xfrm>
      </p:grpSpPr>
      <p:sp>
        <p:nvSpPr>
          <p:cNvPr id="263" name="Google Shape;263;g54dda1946d_6_332:notes">
            <a:extLst>
              <a:ext uri="{FF2B5EF4-FFF2-40B4-BE49-F238E27FC236}">
                <a16:creationId xmlns:a16="http://schemas.microsoft.com/office/drawing/2014/main" id="{626658FE-732A-F6D5-EBDF-EC03DA9DC99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4" name="Google Shape;264;g54dda1946d_6_332:notes">
            <a:extLst>
              <a:ext uri="{FF2B5EF4-FFF2-40B4-BE49-F238E27FC236}">
                <a16:creationId xmlns:a16="http://schemas.microsoft.com/office/drawing/2014/main" id="{FF3DAD55-407D-FD95-C3B6-14D1B310CE3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792995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a:extLst>
            <a:ext uri="{FF2B5EF4-FFF2-40B4-BE49-F238E27FC236}">
              <a16:creationId xmlns:a16="http://schemas.microsoft.com/office/drawing/2014/main" id="{8E65C1AD-0EB6-3B9D-F33C-42C7029AF02C}"/>
            </a:ext>
          </a:extLst>
        </p:cNvPr>
        <p:cNvGrpSpPr/>
        <p:nvPr/>
      </p:nvGrpSpPr>
      <p:grpSpPr>
        <a:xfrm>
          <a:off x="0" y="0"/>
          <a:ext cx="0" cy="0"/>
          <a:chOff x="0" y="0"/>
          <a:chExt cx="0" cy="0"/>
        </a:xfrm>
      </p:grpSpPr>
      <p:sp>
        <p:nvSpPr>
          <p:cNvPr id="263" name="Google Shape;263;g54dda1946d_6_332:notes">
            <a:extLst>
              <a:ext uri="{FF2B5EF4-FFF2-40B4-BE49-F238E27FC236}">
                <a16:creationId xmlns:a16="http://schemas.microsoft.com/office/drawing/2014/main" id="{44DBF4CD-2442-BEAA-824D-DE6FA618D6B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4" name="Google Shape;264;g54dda1946d_6_332:notes">
            <a:extLst>
              <a:ext uri="{FF2B5EF4-FFF2-40B4-BE49-F238E27FC236}">
                <a16:creationId xmlns:a16="http://schemas.microsoft.com/office/drawing/2014/main" id="{2994036D-64C7-06D5-2DC6-8ADE45E76D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3926964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a:extLst>
            <a:ext uri="{FF2B5EF4-FFF2-40B4-BE49-F238E27FC236}">
              <a16:creationId xmlns:a16="http://schemas.microsoft.com/office/drawing/2014/main" id="{7A31B2DE-7117-74F8-74B9-1D11E6C46DCA}"/>
            </a:ext>
          </a:extLst>
        </p:cNvPr>
        <p:cNvGrpSpPr/>
        <p:nvPr/>
      </p:nvGrpSpPr>
      <p:grpSpPr>
        <a:xfrm>
          <a:off x="0" y="0"/>
          <a:ext cx="0" cy="0"/>
          <a:chOff x="0" y="0"/>
          <a:chExt cx="0" cy="0"/>
        </a:xfrm>
      </p:grpSpPr>
      <p:sp>
        <p:nvSpPr>
          <p:cNvPr id="263" name="Google Shape;263;g54dda1946d_6_332:notes">
            <a:extLst>
              <a:ext uri="{FF2B5EF4-FFF2-40B4-BE49-F238E27FC236}">
                <a16:creationId xmlns:a16="http://schemas.microsoft.com/office/drawing/2014/main" id="{AEF130C8-720B-7263-B433-55CEAF17A53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4" name="Google Shape;264;g54dda1946d_6_332:notes">
            <a:extLst>
              <a:ext uri="{FF2B5EF4-FFF2-40B4-BE49-F238E27FC236}">
                <a16:creationId xmlns:a16="http://schemas.microsoft.com/office/drawing/2014/main" id="{C55C0ADE-1FB1-0961-A427-0AB1B5F9D03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4534442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a:extLst>
            <a:ext uri="{FF2B5EF4-FFF2-40B4-BE49-F238E27FC236}">
              <a16:creationId xmlns:a16="http://schemas.microsoft.com/office/drawing/2014/main" id="{61AE089B-9AFC-11DB-F378-F54AC97DBE03}"/>
            </a:ext>
          </a:extLst>
        </p:cNvPr>
        <p:cNvGrpSpPr/>
        <p:nvPr/>
      </p:nvGrpSpPr>
      <p:grpSpPr>
        <a:xfrm>
          <a:off x="0" y="0"/>
          <a:ext cx="0" cy="0"/>
          <a:chOff x="0" y="0"/>
          <a:chExt cx="0" cy="0"/>
        </a:xfrm>
      </p:grpSpPr>
      <p:sp>
        <p:nvSpPr>
          <p:cNvPr id="263" name="Google Shape;263;g54dda1946d_6_332:notes">
            <a:extLst>
              <a:ext uri="{FF2B5EF4-FFF2-40B4-BE49-F238E27FC236}">
                <a16:creationId xmlns:a16="http://schemas.microsoft.com/office/drawing/2014/main" id="{7FCB30F7-B1AC-8901-4DE1-D1F3CAB33E3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4" name="Google Shape;264;g54dda1946d_6_332:notes">
            <a:extLst>
              <a:ext uri="{FF2B5EF4-FFF2-40B4-BE49-F238E27FC236}">
                <a16:creationId xmlns:a16="http://schemas.microsoft.com/office/drawing/2014/main" id="{7EBF16EF-8656-3A70-7DF0-9DC6C218F21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6391561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a:extLst>
            <a:ext uri="{FF2B5EF4-FFF2-40B4-BE49-F238E27FC236}">
              <a16:creationId xmlns:a16="http://schemas.microsoft.com/office/drawing/2014/main" id="{57D3B6D4-9643-1523-8968-7EF2312FD83C}"/>
            </a:ext>
          </a:extLst>
        </p:cNvPr>
        <p:cNvGrpSpPr/>
        <p:nvPr/>
      </p:nvGrpSpPr>
      <p:grpSpPr>
        <a:xfrm>
          <a:off x="0" y="0"/>
          <a:ext cx="0" cy="0"/>
          <a:chOff x="0" y="0"/>
          <a:chExt cx="0" cy="0"/>
        </a:xfrm>
      </p:grpSpPr>
      <p:sp>
        <p:nvSpPr>
          <p:cNvPr id="263" name="Google Shape;263;g54dda1946d_6_332:notes">
            <a:extLst>
              <a:ext uri="{FF2B5EF4-FFF2-40B4-BE49-F238E27FC236}">
                <a16:creationId xmlns:a16="http://schemas.microsoft.com/office/drawing/2014/main" id="{1BFB1423-E953-24E5-DC6A-DFBBA62CA02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4" name="Google Shape;264;g54dda1946d_6_332:notes">
            <a:extLst>
              <a:ext uri="{FF2B5EF4-FFF2-40B4-BE49-F238E27FC236}">
                <a16:creationId xmlns:a16="http://schemas.microsoft.com/office/drawing/2014/main" id="{E85C2441-D55E-824D-9D62-5A977900C4D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9191403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a:extLst>
            <a:ext uri="{FF2B5EF4-FFF2-40B4-BE49-F238E27FC236}">
              <a16:creationId xmlns:a16="http://schemas.microsoft.com/office/drawing/2014/main" id="{E8A418D4-5E49-9F3B-1676-79904E0D5DEE}"/>
            </a:ext>
          </a:extLst>
        </p:cNvPr>
        <p:cNvGrpSpPr/>
        <p:nvPr/>
      </p:nvGrpSpPr>
      <p:grpSpPr>
        <a:xfrm>
          <a:off x="0" y="0"/>
          <a:ext cx="0" cy="0"/>
          <a:chOff x="0" y="0"/>
          <a:chExt cx="0" cy="0"/>
        </a:xfrm>
      </p:grpSpPr>
      <p:sp>
        <p:nvSpPr>
          <p:cNvPr id="263" name="Google Shape;263;g54dda1946d_6_332:notes">
            <a:extLst>
              <a:ext uri="{FF2B5EF4-FFF2-40B4-BE49-F238E27FC236}">
                <a16:creationId xmlns:a16="http://schemas.microsoft.com/office/drawing/2014/main" id="{1A949B8E-9B79-BB41-831C-728AEDD2583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4" name="Google Shape;264;g54dda1946d_6_332:notes">
            <a:extLst>
              <a:ext uri="{FF2B5EF4-FFF2-40B4-BE49-F238E27FC236}">
                <a16:creationId xmlns:a16="http://schemas.microsoft.com/office/drawing/2014/main" id="{093C7D46-EB72-1B11-BB87-CE63F52C2E5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1898779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a:extLst>
            <a:ext uri="{FF2B5EF4-FFF2-40B4-BE49-F238E27FC236}">
              <a16:creationId xmlns:a16="http://schemas.microsoft.com/office/drawing/2014/main" id="{BBBF8CB2-1582-6B1E-B8F6-E50B6DAA9329}"/>
            </a:ext>
          </a:extLst>
        </p:cNvPr>
        <p:cNvGrpSpPr/>
        <p:nvPr/>
      </p:nvGrpSpPr>
      <p:grpSpPr>
        <a:xfrm>
          <a:off x="0" y="0"/>
          <a:ext cx="0" cy="0"/>
          <a:chOff x="0" y="0"/>
          <a:chExt cx="0" cy="0"/>
        </a:xfrm>
      </p:grpSpPr>
      <p:sp>
        <p:nvSpPr>
          <p:cNvPr id="263" name="Google Shape;263;g54dda1946d_6_332:notes">
            <a:extLst>
              <a:ext uri="{FF2B5EF4-FFF2-40B4-BE49-F238E27FC236}">
                <a16:creationId xmlns:a16="http://schemas.microsoft.com/office/drawing/2014/main" id="{B1B8AEFB-D67F-DB7F-734A-61FCE1AD65C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4" name="Google Shape;264;g54dda1946d_6_332:notes">
            <a:extLst>
              <a:ext uri="{FF2B5EF4-FFF2-40B4-BE49-F238E27FC236}">
                <a16:creationId xmlns:a16="http://schemas.microsoft.com/office/drawing/2014/main" id="{E534327A-5A85-32BF-D0E1-7590660BD7F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6464346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a:extLst>
            <a:ext uri="{FF2B5EF4-FFF2-40B4-BE49-F238E27FC236}">
              <a16:creationId xmlns:a16="http://schemas.microsoft.com/office/drawing/2014/main" id="{994B2516-B6CD-4B0C-74A9-E1CA11740C9B}"/>
            </a:ext>
          </a:extLst>
        </p:cNvPr>
        <p:cNvGrpSpPr/>
        <p:nvPr/>
      </p:nvGrpSpPr>
      <p:grpSpPr>
        <a:xfrm>
          <a:off x="0" y="0"/>
          <a:ext cx="0" cy="0"/>
          <a:chOff x="0" y="0"/>
          <a:chExt cx="0" cy="0"/>
        </a:xfrm>
      </p:grpSpPr>
      <p:sp>
        <p:nvSpPr>
          <p:cNvPr id="263" name="Google Shape;263;g54dda1946d_6_332:notes">
            <a:extLst>
              <a:ext uri="{FF2B5EF4-FFF2-40B4-BE49-F238E27FC236}">
                <a16:creationId xmlns:a16="http://schemas.microsoft.com/office/drawing/2014/main" id="{AE6A2D94-CDAD-F72A-1E91-5219D16C38C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4" name="Google Shape;264;g54dda1946d_6_332:notes">
            <a:extLst>
              <a:ext uri="{FF2B5EF4-FFF2-40B4-BE49-F238E27FC236}">
                <a16:creationId xmlns:a16="http://schemas.microsoft.com/office/drawing/2014/main" id="{201A4FB4-0DC5-6562-7EFE-BACD2EC8E16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5740809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a:extLst>
            <a:ext uri="{FF2B5EF4-FFF2-40B4-BE49-F238E27FC236}">
              <a16:creationId xmlns:a16="http://schemas.microsoft.com/office/drawing/2014/main" id="{275F120D-B221-0CC0-74FB-F69B3DE8EEED}"/>
            </a:ext>
          </a:extLst>
        </p:cNvPr>
        <p:cNvGrpSpPr/>
        <p:nvPr/>
      </p:nvGrpSpPr>
      <p:grpSpPr>
        <a:xfrm>
          <a:off x="0" y="0"/>
          <a:ext cx="0" cy="0"/>
          <a:chOff x="0" y="0"/>
          <a:chExt cx="0" cy="0"/>
        </a:xfrm>
      </p:grpSpPr>
      <p:sp>
        <p:nvSpPr>
          <p:cNvPr id="263" name="Google Shape;263;g54dda1946d_6_332:notes">
            <a:extLst>
              <a:ext uri="{FF2B5EF4-FFF2-40B4-BE49-F238E27FC236}">
                <a16:creationId xmlns:a16="http://schemas.microsoft.com/office/drawing/2014/main" id="{6735140A-452A-0A1E-A72B-99C8F812186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4" name="Google Shape;264;g54dda1946d_6_332:notes">
            <a:extLst>
              <a:ext uri="{FF2B5EF4-FFF2-40B4-BE49-F238E27FC236}">
                <a16:creationId xmlns:a16="http://schemas.microsoft.com/office/drawing/2014/main" id="{972074F8-7F46-E14E-AFA4-5AC6D957073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4172667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a:extLst>
            <a:ext uri="{FF2B5EF4-FFF2-40B4-BE49-F238E27FC236}">
              <a16:creationId xmlns:a16="http://schemas.microsoft.com/office/drawing/2014/main" id="{A83BB4D5-0BCA-59A1-48B9-FB13C13EA5A1}"/>
            </a:ext>
          </a:extLst>
        </p:cNvPr>
        <p:cNvGrpSpPr/>
        <p:nvPr/>
      </p:nvGrpSpPr>
      <p:grpSpPr>
        <a:xfrm>
          <a:off x="0" y="0"/>
          <a:ext cx="0" cy="0"/>
          <a:chOff x="0" y="0"/>
          <a:chExt cx="0" cy="0"/>
        </a:xfrm>
      </p:grpSpPr>
      <p:sp>
        <p:nvSpPr>
          <p:cNvPr id="263" name="Google Shape;263;g54dda1946d_6_332:notes">
            <a:extLst>
              <a:ext uri="{FF2B5EF4-FFF2-40B4-BE49-F238E27FC236}">
                <a16:creationId xmlns:a16="http://schemas.microsoft.com/office/drawing/2014/main" id="{0E7A6838-7A83-8346-744D-E806B4A22AB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4" name="Google Shape;264;g54dda1946d_6_332:notes">
            <a:extLst>
              <a:ext uri="{FF2B5EF4-FFF2-40B4-BE49-F238E27FC236}">
                <a16:creationId xmlns:a16="http://schemas.microsoft.com/office/drawing/2014/main" id="{BF8C529A-C188-093C-1D93-9C8DD119F65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662114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a:extLst>
            <a:ext uri="{FF2B5EF4-FFF2-40B4-BE49-F238E27FC236}">
              <a16:creationId xmlns:a16="http://schemas.microsoft.com/office/drawing/2014/main" id="{F07A66BD-DBBC-C9BD-ED55-BAC02B95E3BC}"/>
            </a:ext>
          </a:extLst>
        </p:cNvPr>
        <p:cNvGrpSpPr/>
        <p:nvPr/>
      </p:nvGrpSpPr>
      <p:grpSpPr>
        <a:xfrm>
          <a:off x="0" y="0"/>
          <a:ext cx="0" cy="0"/>
          <a:chOff x="0" y="0"/>
          <a:chExt cx="0" cy="0"/>
        </a:xfrm>
      </p:grpSpPr>
      <p:sp>
        <p:nvSpPr>
          <p:cNvPr id="263" name="Google Shape;263;g54dda1946d_6_332:notes">
            <a:extLst>
              <a:ext uri="{FF2B5EF4-FFF2-40B4-BE49-F238E27FC236}">
                <a16:creationId xmlns:a16="http://schemas.microsoft.com/office/drawing/2014/main" id="{1AEFBFF7-AE0F-EB34-66CC-E026157BC8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4" name="Google Shape;264;g54dda1946d_6_332:notes">
            <a:extLst>
              <a:ext uri="{FF2B5EF4-FFF2-40B4-BE49-F238E27FC236}">
                <a16:creationId xmlns:a16="http://schemas.microsoft.com/office/drawing/2014/main" id="{4108DB1A-9DF0-86BF-70B7-FF6998B5FF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1634680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a:extLst>
            <a:ext uri="{FF2B5EF4-FFF2-40B4-BE49-F238E27FC236}">
              <a16:creationId xmlns:a16="http://schemas.microsoft.com/office/drawing/2014/main" id="{18BB5513-E199-6786-A4BE-8E45A704CBE8}"/>
            </a:ext>
          </a:extLst>
        </p:cNvPr>
        <p:cNvGrpSpPr/>
        <p:nvPr/>
      </p:nvGrpSpPr>
      <p:grpSpPr>
        <a:xfrm>
          <a:off x="0" y="0"/>
          <a:ext cx="0" cy="0"/>
          <a:chOff x="0" y="0"/>
          <a:chExt cx="0" cy="0"/>
        </a:xfrm>
      </p:grpSpPr>
      <p:sp>
        <p:nvSpPr>
          <p:cNvPr id="263" name="Google Shape;263;g54dda1946d_6_332:notes">
            <a:extLst>
              <a:ext uri="{FF2B5EF4-FFF2-40B4-BE49-F238E27FC236}">
                <a16:creationId xmlns:a16="http://schemas.microsoft.com/office/drawing/2014/main" id="{B55D4DF1-2574-4944-194A-78420981197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4" name="Google Shape;264;g54dda1946d_6_332:notes">
            <a:extLst>
              <a:ext uri="{FF2B5EF4-FFF2-40B4-BE49-F238E27FC236}">
                <a16:creationId xmlns:a16="http://schemas.microsoft.com/office/drawing/2014/main" id="{23780B1C-EB21-8E3B-0A70-8A2E5310699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1629131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a:extLst>
            <a:ext uri="{FF2B5EF4-FFF2-40B4-BE49-F238E27FC236}">
              <a16:creationId xmlns:a16="http://schemas.microsoft.com/office/drawing/2014/main" id="{4EF1F1DE-78F9-FDB2-A89B-C999C72F8FB7}"/>
            </a:ext>
          </a:extLst>
        </p:cNvPr>
        <p:cNvGrpSpPr/>
        <p:nvPr/>
      </p:nvGrpSpPr>
      <p:grpSpPr>
        <a:xfrm>
          <a:off x="0" y="0"/>
          <a:ext cx="0" cy="0"/>
          <a:chOff x="0" y="0"/>
          <a:chExt cx="0" cy="0"/>
        </a:xfrm>
      </p:grpSpPr>
      <p:sp>
        <p:nvSpPr>
          <p:cNvPr id="263" name="Google Shape;263;g54dda1946d_6_332:notes">
            <a:extLst>
              <a:ext uri="{FF2B5EF4-FFF2-40B4-BE49-F238E27FC236}">
                <a16:creationId xmlns:a16="http://schemas.microsoft.com/office/drawing/2014/main" id="{3951DA7F-90AA-EDD6-6402-4E764E1C900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4" name="Google Shape;264;g54dda1946d_6_332:notes">
            <a:extLst>
              <a:ext uri="{FF2B5EF4-FFF2-40B4-BE49-F238E27FC236}">
                <a16:creationId xmlns:a16="http://schemas.microsoft.com/office/drawing/2014/main" id="{9E990FDF-4A67-4CC3-108B-15B1065596A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5241907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a:extLst>
            <a:ext uri="{FF2B5EF4-FFF2-40B4-BE49-F238E27FC236}">
              <a16:creationId xmlns:a16="http://schemas.microsoft.com/office/drawing/2014/main" id="{E5151ADF-298E-4C72-DE4B-3988E37EA9E6}"/>
            </a:ext>
          </a:extLst>
        </p:cNvPr>
        <p:cNvGrpSpPr/>
        <p:nvPr/>
      </p:nvGrpSpPr>
      <p:grpSpPr>
        <a:xfrm>
          <a:off x="0" y="0"/>
          <a:ext cx="0" cy="0"/>
          <a:chOff x="0" y="0"/>
          <a:chExt cx="0" cy="0"/>
        </a:xfrm>
      </p:grpSpPr>
      <p:sp>
        <p:nvSpPr>
          <p:cNvPr id="263" name="Google Shape;263;g54dda1946d_6_332:notes">
            <a:extLst>
              <a:ext uri="{FF2B5EF4-FFF2-40B4-BE49-F238E27FC236}">
                <a16:creationId xmlns:a16="http://schemas.microsoft.com/office/drawing/2014/main" id="{128C0CB7-F79F-34C7-DCAC-799E345344B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4" name="Google Shape;264;g54dda1946d_6_332:notes">
            <a:extLst>
              <a:ext uri="{FF2B5EF4-FFF2-40B4-BE49-F238E27FC236}">
                <a16:creationId xmlns:a16="http://schemas.microsoft.com/office/drawing/2014/main" id="{C0B24EF2-B840-80EA-8AD1-54CE8D8B68D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6952319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a:extLst>
            <a:ext uri="{FF2B5EF4-FFF2-40B4-BE49-F238E27FC236}">
              <a16:creationId xmlns:a16="http://schemas.microsoft.com/office/drawing/2014/main" id="{6147F341-A654-9754-0ED7-EDBECB95A000}"/>
            </a:ext>
          </a:extLst>
        </p:cNvPr>
        <p:cNvGrpSpPr/>
        <p:nvPr/>
      </p:nvGrpSpPr>
      <p:grpSpPr>
        <a:xfrm>
          <a:off x="0" y="0"/>
          <a:ext cx="0" cy="0"/>
          <a:chOff x="0" y="0"/>
          <a:chExt cx="0" cy="0"/>
        </a:xfrm>
      </p:grpSpPr>
      <p:sp>
        <p:nvSpPr>
          <p:cNvPr id="263" name="Google Shape;263;g54dda1946d_6_332:notes">
            <a:extLst>
              <a:ext uri="{FF2B5EF4-FFF2-40B4-BE49-F238E27FC236}">
                <a16:creationId xmlns:a16="http://schemas.microsoft.com/office/drawing/2014/main" id="{A18EAB2D-5A99-14AB-F9A6-80A1632F8DB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4" name="Google Shape;264;g54dda1946d_6_332:notes">
            <a:extLst>
              <a:ext uri="{FF2B5EF4-FFF2-40B4-BE49-F238E27FC236}">
                <a16:creationId xmlns:a16="http://schemas.microsoft.com/office/drawing/2014/main" id="{BC7C4330-F069-06D2-AF30-D01EFA9F7A7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5062492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g184d99d1a72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0" name="Google Shape;290;g184d99d1a72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0696820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a:extLst>
            <a:ext uri="{FF2B5EF4-FFF2-40B4-BE49-F238E27FC236}">
              <a16:creationId xmlns:a16="http://schemas.microsoft.com/office/drawing/2014/main" id="{F4633A87-1EE3-CABF-3F7A-6F5ADFA20FAD}"/>
            </a:ext>
          </a:extLst>
        </p:cNvPr>
        <p:cNvGrpSpPr/>
        <p:nvPr/>
      </p:nvGrpSpPr>
      <p:grpSpPr>
        <a:xfrm>
          <a:off x="0" y="0"/>
          <a:ext cx="0" cy="0"/>
          <a:chOff x="0" y="0"/>
          <a:chExt cx="0" cy="0"/>
        </a:xfrm>
      </p:grpSpPr>
      <p:sp>
        <p:nvSpPr>
          <p:cNvPr id="289" name="Google Shape;289;g184d99d1a72_0_15:notes">
            <a:extLst>
              <a:ext uri="{FF2B5EF4-FFF2-40B4-BE49-F238E27FC236}">
                <a16:creationId xmlns:a16="http://schemas.microsoft.com/office/drawing/2014/main" id="{A0FD7822-95A7-2DBF-0CA7-C3CC5FAC1BE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0" name="Google Shape;290;g184d99d1a72_0_15:notes">
            <a:extLst>
              <a:ext uri="{FF2B5EF4-FFF2-40B4-BE49-F238E27FC236}">
                <a16:creationId xmlns:a16="http://schemas.microsoft.com/office/drawing/2014/main" id="{3E38AB78-0E37-EDA3-917B-8AA97944170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4386844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a:extLst>
            <a:ext uri="{FF2B5EF4-FFF2-40B4-BE49-F238E27FC236}">
              <a16:creationId xmlns:a16="http://schemas.microsoft.com/office/drawing/2014/main" id="{55084D1D-0159-D08A-06DD-9FB42290FEB6}"/>
            </a:ext>
          </a:extLst>
        </p:cNvPr>
        <p:cNvGrpSpPr/>
        <p:nvPr/>
      </p:nvGrpSpPr>
      <p:grpSpPr>
        <a:xfrm>
          <a:off x="0" y="0"/>
          <a:ext cx="0" cy="0"/>
          <a:chOff x="0" y="0"/>
          <a:chExt cx="0" cy="0"/>
        </a:xfrm>
      </p:grpSpPr>
      <p:sp>
        <p:nvSpPr>
          <p:cNvPr id="289" name="Google Shape;289;g184d99d1a72_0_15:notes">
            <a:extLst>
              <a:ext uri="{FF2B5EF4-FFF2-40B4-BE49-F238E27FC236}">
                <a16:creationId xmlns:a16="http://schemas.microsoft.com/office/drawing/2014/main" id="{D4671DEA-1F5B-1AA5-3C9C-6B25EBABA72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0" name="Google Shape;290;g184d99d1a72_0_15:notes">
            <a:extLst>
              <a:ext uri="{FF2B5EF4-FFF2-40B4-BE49-F238E27FC236}">
                <a16:creationId xmlns:a16="http://schemas.microsoft.com/office/drawing/2014/main" id="{847561B4-E604-A8F9-E877-2B21D669DA9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611047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1EB176-07E7-F1BA-E366-B0E60A12333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EB0F25E-1393-D2AF-ED5A-A5953160824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B66D090-C196-A012-42AF-D79AA4E03402}"/>
              </a:ext>
            </a:extLst>
          </p:cNvPr>
          <p:cNvSpPr>
            <a:spLocks noGrp="1"/>
          </p:cNvSpPr>
          <p:nvPr>
            <p:ph type="dt" sz="half" idx="10"/>
          </p:nvPr>
        </p:nvSpPr>
        <p:spPr/>
        <p:txBody>
          <a:bodyPr/>
          <a:lstStyle/>
          <a:p>
            <a:fld id="{92C96CE6-D5B9-4D23-AC95-5AE0981D2AEC}" type="datetimeFigureOut">
              <a:rPr lang="en-US" smtClean="0"/>
              <a:t>12/15/2025</a:t>
            </a:fld>
            <a:endParaRPr lang="en-US"/>
          </a:p>
        </p:txBody>
      </p:sp>
      <p:sp>
        <p:nvSpPr>
          <p:cNvPr id="5" name="Footer Placeholder 4">
            <a:extLst>
              <a:ext uri="{FF2B5EF4-FFF2-40B4-BE49-F238E27FC236}">
                <a16:creationId xmlns:a16="http://schemas.microsoft.com/office/drawing/2014/main" id="{D2E3C39C-CD7A-9759-F4F2-BD7498AFC51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D187217-8A34-6D03-743B-A5F0A10CC21F}"/>
              </a:ext>
            </a:extLst>
          </p:cNvPr>
          <p:cNvSpPr>
            <a:spLocks noGrp="1"/>
          </p:cNvSpPr>
          <p:nvPr>
            <p:ph type="sldNum" sz="quarter" idx="12"/>
          </p:nvPr>
        </p:nvSpPr>
        <p:spPr/>
        <p:txBody>
          <a:bodyPr/>
          <a:lstStyle/>
          <a:p>
            <a:fld id="{F41AD11A-60CB-47C1-893B-0B0812378845}" type="slidenum">
              <a:rPr lang="en-US" smtClean="0"/>
              <a:t>‹#›</a:t>
            </a:fld>
            <a:endParaRPr lang="en-US"/>
          </a:p>
        </p:txBody>
      </p:sp>
    </p:spTree>
    <p:extLst>
      <p:ext uri="{BB962C8B-B14F-4D97-AF65-F5344CB8AC3E}">
        <p14:creationId xmlns:p14="http://schemas.microsoft.com/office/powerpoint/2010/main" val="32762162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7D29F4-0096-9080-CEC8-284E208A220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90300E3-840A-F9C5-B88F-0086B077C76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A7EFBE-FF5B-E351-ACE6-DD0045B2EA0B}"/>
              </a:ext>
            </a:extLst>
          </p:cNvPr>
          <p:cNvSpPr>
            <a:spLocks noGrp="1"/>
          </p:cNvSpPr>
          <p:nvPr>
            <p:ph type="dt" sz="half" idx="10"/>
          </p:nvPr>
        </p:nvSpPr>
        <p:spPr/>
        <p:txBody>
          <a:bodyPr/>
          <a:lstStyle/>
          <a:p>
            <a:fld id="{92C96CE6-D5B9-4D23-AC95-5AE0981D2AEC}" type="datetimeFigureOut">
              <a:rPr lang="en-US" smtClean="0"/>
              <a:t>12/15/2025</a:t>
            </a:fld>
            <a:endParaRPr lang="en-US"/>
          </a:p>
        </p:txBody>
      </p:sp>
      <p:sp>
        <p:nvSpPr>
          <p:cNvPr id="5" name="Footer Placeholder 4">
            <a:extLst>
              <a:ext uri="{FF2B5EF4-FFF2-40B4-BE49-F238E27FC236}">
                <a16:creationId xmlns:a16="http://schemas.microsoft.com/office/drawing/2014/main" id="{3EFFDA8B-D9FD-3501-0CBA-FC2DD53D473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EDADE26-5580-9761-185C-ABC5129488CA}"/>
              </a:ext>
            </a:extLst>
          </p:cNvPr>
          <p:cNvSpPr>
            <a:spLocks noGrp="1"/>
          </p:cNvSpPr>
          <p:nvPr>
            <p:ph type="sldNum" sz="quarter" idx="12"/>
          </p:nvPr>
        </p:nvSpPr>
        <p:spPr/>
        <p:txBody>
          <a:bodyPr/>
          <a:lstStyle/>
          <a:p>
            <a:fld id="{F41AD11A-60CB-47C1-893B-0B0812378845}" type="slidenum">
              <a:rPr lang="en-US" smtClean="0"/>
              <a:t>‹#›</a:t>
            </a:fld>
            <a:endParaRPr lang="en-US"/>
          </a:p>
        </p:txBody>
      </p:sp>
    </p:spTree>
    <p:extLst>
      <p:ext uri="{BB962C8B-B14F-4D97-AF65-F5344CB8AC3E}">
        <p14:creationId xmlns:p14="http://schemas.microsoft.com/office/powerpoint/2010/main" val="27113045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34D427-12F0-B0E1-8469-8D93E580133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65C9617-7EEC-AC77-9499-F23CF037B6F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9558C45-EF8A-B144-3D54-1F9CAEC59DD7}"/>
              </a:ext>
            </a:extLst>
          </p:cNvPr>
          <p:cNvSpPr>
            <a:spLocks noGrp="1"/>
          </p:cNvSpPr>
          <p:nvPr>
            <p:ph type="dt" sz="half" idx="10"/>
          </p:nvPr>
        </p:nvSpPr>
        <p:spPr/>
        <p:txBody>
          <a:bodyPr/>
          <a:lstStyle/>
          <a:p>
            <a:fld id="{92C96CE6-D5B9-4D23-AC95-5AE0981D2AEC}" type="datetimeFigureOut">
              <a:rPr lang="en-US" smtClean="0"/>
              <a:t>12/15/2025</a:t>
            </a:fld>
            <a:endParaRPr lang="en-US"/>
          </a:p>
        </p:txBody>
      </p:sp>
      <p:sp>
        <p:nvSpPr>
          <p:cNvPr id="5" name="Footer Placeholder 4">
            <a:extLst>
              <a:ext uri="{FF2B5EF4-FFF2-40B4-BE49-F238E27FC236}">
                <a16:creationId xmlns:a16="http://schemas.microsoft.com/office/drawing/2014/main" id="{B8C33108-CF1E-EE50-238C-07E06034C7A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1D2C34B-A0DB-722F-D0F6-FA2584FFBF7F}"/>
              </a:ext>
            </a:extLst>
          </p:cNvPr>
          <p:cNvSpPr>
            <a:spLocks noGrp="1"/>
          </p:cNvSpPr>
          <p:nvPr>
            <p:ph type="sldNum" sz="quarter" idx="12"/>
          </p:nvPr>
        </p:nvSpPr>
        <p:spPr/>
        <p:txBody>
          <a:bodyPr/>
          <a:lstStyle/>
          <a:p>
            <a:fld id="{F41AD11A-60CB-47C1-893B-0B0812378845}" type="slidenum">
              <a:rPr lang="en-US" smtClean="0"/>
              <a:t>‹#›</a:t>
            </a:fld>
            <a:endParaRPr lang="en-US"/>
          </a:p>
        </p:txBody>
      </p:sp>
    </p:spTree>
    <p:extLst>
      <p:ext uri="{BB962C8B-B14F-4D97-AF65-F5344CB8AC3E}">
        <p14:creationId xmlns:p14="http://schemas.microsoft.com/office/powerpoint/2010/main" val="27060190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98B52E-5B54-0CA9-D6C5-1D77E74F77B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50D430C-F2B8-1C2D-6827-31EC0F50E6C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6313613-7ECC-E64C-9699-122FCC94209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14C174C-CACD-1F11-DA4A-CBFD36BD3DA1}"/>
              </a:ext>
            </a:extLst>
          </p:cNvPr>
          <p:cNvSpPr>
            <a:spLocks noGrp="1"/>
          </p:cNvSpPr>
          <p:nvPr>
            <p:ph type="dt" sz="half" idx="10"/>
          </p:nvPr>
        </p:nvSpPr>
        <p:spPr/>
        <p:txBody>
          <a:bodyPr/>
          <a:lstStyle/>
          <a:p>
            <a:fld id="{92C96CE6-D5B9-4D23-AC95-5AE0981D2AEC}" type="datetimeFigureOut">
              <a:rPr lang="en-US" smtClean="0"/>
              <a:t>12/15/2025</a:t>
            </a:fld>
            <a:endParaRPr lang="en-US"/>
          </a:p>
        </p:txBody>
      </p:sp>
      <p:sp>
        <p:nvSpPr>
          <p:cNvPr id="6" name="Footer Placeholder 5">
            <a:extLst>
              <a:ext uri="{FF2B5EF4-FFF2-40B4-BE49-F238E27FC236}">
                <a16:creationId xmlns:a16="http://schemas.microsoft.com/office/drawing/2014/main" id="{994F16E0-E56B-D72B-5082-F79A176DBB2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076455E-1F6A-39D8-2DBF-E90C4AFE7C86}"/>
              </a:ext>
            </a:extLst>
          </p:cNvPr>
          <p:cNvSpPr>
            <a:spLocks noGrp="1"/>
          </p:cNvSpPr>
          <p:nvPr>
            <p:ph type="sldNum" sz="quarter" idx="12"/>
          </p:nvPr>
        </p:nvSpPr>
        <p:spPr/>
        <p:txBody>
          <a:bodyPr/>
          <a:lstStyle/>
          <a:p>
            <a:fld id="{F41AD11A-60CB-47C1-893B-0B0812378845}" type="slidenum">
              <a:rPr lang="en-US" smtClean="0"/>
              <a:t>‹#›</a:t>
            </a:fld>
            <a:endParaRPr lang="en-US"/>
          </a:p>
        </p:txBody>
      </p:sp>
    </p:spTree>
    <p:extLst>
      <p:ext uri="{BB962C8B-B14F-4D97-AF65-F5344CB8AC3E}">
        <p14:creationId xmlns:p14="http://schemas.microsoft.com/office/powerpoint/2010/main" val="24116936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B62F09-EB20-A2C9-6C32-1123F731F73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EC63537-3D03-E52D-506B-1B4CEB13B23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BD67688-0E7C-FE3D-274A-E7EB7D6F4BC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17741B8-F641-3EFF-2232-06180088FBF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E7C1D83-2EF3-31C2-9724-8BBF6A60CBA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AA7F5B4-AC70-7748-50BD-FE0B939AF169}"/>
              </a:ext>
            </a:extLst>
          </p:cNvPr>
          <p:cNvSpPr>
            <a:spLocks noGrp="1"/>
          </p:cNvSpPr>
          <p:nvPr>
            <p:ph type="dt" sz="half" idx="10"/>
          </p:nvPr>
        </p:nvSpPr>
        <p:spPr/>
        <p:txBody>
          <a:bodyPr/>
          <a:lstStyle/>
          <a:p>
            <a:fld id="{92C96CE6-D5B9-4D23-AC95-5AE0981D2AEC}" type="datetimeFigureOut">
              <a:rPr lang="en-US" smtClean="0"/>
              <a:t>12/15/2025</a:t>
            </a:fld>
            <a:endParaRPr lang="en-US"/>
          </a:p>
        </p:txBody>
      </p:sp>
      <p:sp>
        <p:nvSpPr>
          <p:cNvPr id="8" name="Footer Placeholder 7">
            <a:extLst>
              <a:ext uri="{FF2B5EF4-FFF2-40B4-BE49-F238E27FC236}">
                <a16:creationId xmlns:a16="http://schemas.microsoft.com/office/drawing/2014/main" id="{36DC6E8F-7619-0CDF-1B04-D4A4E1F30D1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033B012-E9E1-CA31-C700-DDD4EE4C28B5}"/>
              </a:ext>
            </a:extLst>
          </p:cNvPr>
          <p:cNvSpPr>
            <a:spLocks noGrp="1"/>
          </p:cNvSpPr>
          <p:nvPr>
            <p:ph type="sldNum" sz="quarter" idx="12"/>
          </p:nvPr>
        </p:nvSpPr>
        <p:spPr/>
        <p:txBody>
          <a:bodyPr/>
          <a:lstStyle/>
          <a:p>
            <a:fld id="{F41AD11A-60CB-47C1-893B-0B0812378845}" type="slidenum">
              <a:rPr lang="en-US" smtClean="0"/>
              <a:t>‹#›</a:t>
            </a:fld>
            <a:endParaRPr lang="en-US"/>
          </a:p>
        </p:txBody>
      </p:sp>
    </p:spTree>
    <p:extLst>
      <p:ext uri="{BB962C8B-B14F-4D97-AF65-F5344CB8AC3E}">
        <p14:creationId xmlns:p14="http://schemas.microsoft.com/office/powerpoint/2010/main" val="8733682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4FFA79-25AC-9BE8-E4C2-AE1E7630D9E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FB47E3D-F66A-FA77-0102-4AC2347825E5}"/>
              </a:ext>
            </a:extLst>
          </p:cNvPr>
          <p:cNvSpPr>
            <a:spLocks noGrp="1"/>
          </p:cNvSpPr>
          <p:nvPr>
            <p:ph type="dt" sz="half" idx="10"/>
          </p:nvPr>
        </p:nvSpPr>
        <p:spPr/>
        <p:txBody>
          <a:bodyPr/>
          <a:lstStyle/>
          <a:p>
            <a:fld id="{92C96CE6-D5B9-4D23-AC95-5AE0981D2AEC}" type="datetimeFigureOut">
              <a:rPr lang="en-US" smtClean="0"/>
              <a:t>12/15/2025</a:t>
            </a:fld>
            <a:endParaRPr lang="en-US"/>
          </a:p>
        </p:txBody>
      </p:sp>
      <p:sp>
        <p:nvSpPr>
          <p:cNvPr id="4" name="Footer Placeholder 3">
            <a:extLst>
              <a:ext uri="{FF2B5EF4-FFF2-40B4-BE49-F238E27FC236}">
                <a16:creationId xmlns:a16="http://schemas.microsoft.com/office/drawing/2014/main" id="{3ED909AB-E824-0B97-CB5E-732376BDFC4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734D99E-2090-D5CA-4479-3FC3814258E9}"/>
              </a:ext>
            </a:extLst>
          </p:cNvPr>
          <p:cNvSpPr>
            <a:spLocks noGrp="1"/>
          </p:cNvSpPr>
          <p:nvPr>
            <p:ph type="sldNum" sz="quarter" idx="12"/>
          </p:nvPr>
        </p:nvSpPr>
        <p:spPr/>
        <p:txBody>
          <a:bodyPr/>
          <a:lstStyle/>
          <a:p>
            <a:fld id="{F41AD11A-60CB-47C1-893B-0B0812378845}" type="slidenum">
              <a:rPr lang="en-US" smtClean="0"/>
              <a:t>‹#›</a:t>
            </a:fld>
            <a:endParaRPr lang="en-US"/>
          </a:p>
        </p:txBody>
      </p:sp>
    </p:spTree>
    <p:extLst>
      <p:ext uri="{BB962C8B-B14F-4D97-AF65-F5344CB8AC3E}">
        <p14:creationId xmlns:p14="http://schemas.microsoft.com/office/powerpoint/2010/main" val="15412453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3C8A934-7414-E834-C7E3-2E66F5B9A1A7}"/>
              </a:ext>
            </a:extLst>
          </p:cNvPr>
          <p:cNvSpPr>
            <a:spLocks noGrp="1"/>
          </p:cNvSpPr>
          <p:nvPr>
            <p:ph type="dt" sz="half" idx="10"/>
          </p:nvPr>
        </p:nvSpPr>
        <p:spPr/>
        <p:txBody>
          <a:bodyPr/>
          <a:lstStyle/>
          <a:p>
            <a:fld id="{92C96CE6-D5B9-4D23-AC95-5AE0981D2AEC}" type="datetimeFigureOut">
              <a:rPr lang="en-US" smtClean="0"/>
              <a:t>12/15/2025</a:t>
            </a:fld>
            <a:endParaRPr lang="en-US"/>
          </a:p>
        </p:txBody>
      </p:sp>
      <p:sp>
        <p:nvSpPr>
          <p:cNvPr id="3" name="Footer Placeholder 2">
            <a:extLst>
              <a:ext uri="{FF2B5EF4-FFF2-40B4-BE49-F238E27FC236}">
                <a16:creationId xmlns:a16="http://schemas.microsoft.com/office/drawing/2014/main" id="{2A1B8A3E-99E7-6FF4-41F9-30898C40301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B2458ED-97C2-AAD4-D30C-13839EBD0F6E}"/>
              </a:ext>
            </a:extLst>
          </p:cNvPr>
          <p:cNvSpPr>
            <a:spLocks noGrp="1"/>
          </p:cNvSpPr>
          <p:nvPr>
            <p:ph type="sldNum" sz="quarter" idx="12"/>
          </p:nvPr>
        </p:nvSpPr>
        <p:spPr/>
        <p:txBody>
          <a:bodyPr/>
          <a:lstStyle/>
          <a:p>
            <a:fld id="{F41AD11A-60CB-47C1-893B-0B0812378845}" type="slidenum">
              <a:rPr lang="en-US" smtClean="0"/>
              <a:t>‹#›</a:t>
            </a:fld>
            <a:endParaRPr lang="en-US"/>
          </a:p>
        </p:txBody>
      </p:sp>
    </p:spTree>
    <p:extLst>
      <p:ext uri="{BB962C8B-B14F-4D97-AF65-F5344CB8AC3E}">
        <p14:creationId xmlns:p14="http://schemas.microsoft.com/office/powerpoint/2010/main" val="16239466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E9CFE7-08EA-9A25-94A1-B55A62104A3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513FCC5-5E65-6A07-6F3C-605A310CBCC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5EFFEB3-6D9E-3908-4B5B-27FA7FD7D21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C86B234-97C9-7F3D-CDA4-F3E72081C65D}"/>
              </a:ext>
            </a:extLst>
          </p:cNvPr>
          <p:cNvSpPr>
            <a:spLocks noGrp="1"/>
          </p:cNvSpPr>
          <p:nvPr>
            <p:ph type="dt" sz="half" idx="10"/>
          </p:nvPr>
        </p:nvSpPr>
        <p:spPr/>
        <p:txBody>
          <a:bodyPr/>
          <a:lstStyle/>
          <a:p>
            <a:fld id="{92C96CE6-D5B9-4D23-AC95-5AE0981D2AEC}" type="datetimeFigureOut">
              <a:rPr lang="en-US" smtClean="0"/>
              <a:t>12/15/2025</a:t>
            </a:fld>
            <a:endParaRPr lang="en-US"/>
          </a:p>
        </p:txBody>
      </p:sp>
      <p:sp>
        <p:nvSpPr>
          <p:cNvPr id="6" name="Footer Placeholder 5">
            <a:extLst>
              <a:ext uri="{FF2B5EF4-FFF2-40B4-BE49-F238E27FC236}">
                <a16:creationId xmlns:a16="http://schemas.microsoft.com/office/drawing/2014/main" id="{B3EAEEE5-AC0A-6BD8-A0CF-0A05D00B91A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05211B6-69A2-F52A-7814-BDECD5582FA5}"/>
              </a:ext>
            </a:extLst>
          </p:cNvPr>
          <p:cNvSpPr>
            <a:spLocks noGrp="1"/>
          </p:cNvSpPr>
          <p:nvPr>
            <p:ph type="sldNum" sz="quarter" idx="12"/>
          </p:nvPr>
        </p:nvSpPr>
        <p:spPr/>
        <p:txBody>
          <a:bodyPr/>
          <a:lstStyle/>
          <a:p>
            <a:fld id="{F41AD11A-60CB-47C1-893B-0B0812378845}" type="slidenum">
              <a:rPr lang="en-US" smtClean="0"/>
              <a:t>‹#›</a:t>
            </a:fld>
            <a:endParaRPr lang="en-US"/>
          </a:p>
        </p:txBody>
      </p:sp>
    </p:spTree>
    <p:extLst>
      <p:ext uri="{BB962C8B-B14F-4D97-AF65-F5344CB8AC3E}">
        <p14:creationId xmlns:p14="http://schemas.microsoft.com/office/powerpoint/2010/main" val="22578765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4816C3-8982-B24F-CC03-F04BE215D6E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5B5182F-7658-CF73-CA21-6B0C08E9D4F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2F7BB73-264D-B88F-F7B8-F01EBAD58B8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4F1E160-AD49-ECFA-C35E-056357FA21CF}"/>
              </a:ext>
            </a:extLst>
          </p:cNvPr>
          <p:cNvSpPr>
            <a:spLocks noGrp="1"/>
          </p:cNvSpPr>
          <p:nvPr>
            <p:ph type="dt" sz="half" idx="10"/>
          </p:nvPr>
        </p:nvSpPr>
        <p:spPr/>
        <p:txBody>
          <a:bodyPr/>
          <a:lstStyle/>
          <a:p>
            <a:fld id="{92C96CE6-D5B9-4D23-AC95-5AE0981D2AEC}" type="datetimeFigureOut">
              <a:rPr lang="en-US" smtClean="0"/>
              <a:t>12/15/2025</a:t>
            </a:fld>
            <a:endParaRPr lang="en-US"/>
          </a:p>
        </p:txBody>
      </p:sp>
      <p:sp>
        <p:nvSpPr>
          <p:cNvPr id="6" name="Footer Placeholder 5">
            <a:extLst>
              <a:ext uri="{FF2B5EF4-FFF2-40B4-BE49-F238E27FC236}">
                <a16:creationId xmlns:a16="http://schemas.microsoft.com/office/drawing/2014/main" id="{3D4E2E71-A264-EC61-4C73-35F81504DE3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EFE5BEE-D499-3EAF-6229-132748D72365}"/>
              </a:ext>
            </a:extLst>
          </p:cNvPr>
          <p:cNvSpPr>
            <a:spLocks noGrp="1"/>
          </p:cNvSpPr>
          <p:nvPr>
            <p:ph type="sldNum" sz="quarter" idx="12"/>
          </p:nvPr>
        </p:nvSpPr>
        <p:spPr/>
        <p:txBody>
          <a:bodyPr/>
          <a:lstStyle/>
          <a:p>
            <a:fld id="{F41AD11A-60CB-47C1-893B-0B0812378845}" type="slidenum">
              <a:rPr lang="en-US" smtClean="0"/>
              <a:t>‹#›</a:t>
            </a:fld>
            <a:endParaRPr lang="en-US"/>
          </a:p>
        </p:txBody>
      </p:sp>
    </p:spTree>
    <p:extLst>
      <p:ext uri="{BB962C8B-B14F-4D97-AF65-F5344CB8AC3E}">
        <p14:creationId xmlns:p14="http://schemas.microsoft.com/office/powerpoint/2010/main" val="21679952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5EB6C2-4FB2-A633-CCE3-3C0C450EFFD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D1C6F4C-2081-3C3B-E3A5-6C1BACEA55E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3529BA3-6B46-BEC0-5752-AB3A87BA2593}"/>
              </a:ext>
            </a:extLst>
          </p:cNvPr>
          <p:cNvSpPr>
            <a:spLocks noGrp="1"/>
          </p:cNvSpPr>
          <p:nvPr>
            <p:ph type="dt" sz="half" idx="10"/>
          </p:nvPr>
        </p:nvSpPr>
        <p:spPr/>
        <p:txBody>
          <a:bodyPr/>
          <a:lstStyle/>
          <a:p>
            <a:fld id="{92C96CE6-D5B9-4D23-AC95-5AE0981D2AEC}" type="datetimeFigureOut">
              <a:rPr lang="en-US" smtClean="0"/>
              <a:t>12/15/2025</a:t>
            </a:fld>
            <a:endParaRPr lang="en-US"/>
          </a:p>
        </p:txBody>
      </p:sp>
      <p:sp>
        <p:nvSpPr>
          <p:cNvPr id="5" name="Footer Placeholder 4">
            <a:extLst>
              <a:ext uri="{FF2B5EF4-FFF2-40B4-BE49-F238E27FC236}">
                <a16:creationId xmlns:a16="http://schemas.microsoft.com/office/drawing/2014/main" id="{0552F1FD-0335-8FF8-FD20-8DEE94D6D27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709321B-B296-D266-5661-EB27982C1833}"/>
              </a:ext>
            </a:extLst>
          </p:cNvPr>
          <p:cNvSpPr>
            <a:spLocks noGrp="1"/>
          </p:cNvSpPr>
          <p:nvPr>
            <p:ph type="sldNum" sz="quarter" idx="12"/>
          </p:nvPr>
        </p:nvSpPr>
        <p:spPr/>
        <p:txBody>
          <a:bodyPr/>
          <a:lstStyle/>
          <a:p>
            <a:fld id="{F41AD11A-60CB-47C1-893B-0B0812378845}" type="slidenum">
              <a:rPr lang="en-US" smtClean="0"/>
              <a:t>‹#›</a:t>
            </a:fld>
            <a:endParaRPr lang="en-US"/>
          </a:p>
        </p:txBody>
      </p:sp>
    </p:spTree>
    <p:extLst>
      <p:ext uri="{BB962C8B-B14F-4D97-AF65-F5344CB8AC3E}">
        <p14:creationId xmlns:p14="http://schemas.microsoft.com/office/powerpoint/2010/main" val="13014436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37F6E21-2C7F-431F-30C1-3F0139E50D8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52F4FD3-1302-830C-40A5-FA63EC1E425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696DD36-1AAF-8F05-6682-E3E7170ED634}"/>
              </a:ext>
            </a:extLst>
          </p:cNvPr>
          <p:cNvSpPr>
            <a:spLocks noGrp="1"/>
          </p:cNvSpPr>
          <p:nvPr>
            <p:ph type="dt" sz="half" idx="10"/>
          </p:nvPr>
        </p:nvSpPr>
        <p:spPr/>
        <p:txBody>
          <a:bodyPr/>
          <a:lstStyle/>
          <a:p>
            <a:fld id="{92C96CE6-D5B9-4D23-AC95-5AE0981D2AEC}" type="datetimeFigureOut">
              <a:rPr lang="en-US" smtClean="0"/>
              <a:t>12/15/2025</a:t>
            </a:fld>
            <a:endParaRPr lang="en-US"/>
          </a:p>
        </p:txBody>
      </p:sp>
      <p:sp>
        <p:nvSpPr>
          <p:cNvPr id="5" name="Footer Placeholder 4">
            <a:extLst>
              <a:ext uri="{FF2B5EF4-FFF2-40B4-BE49-F238E27FC236}">
                <a16:creationId xmlns:a16="http://schemas.microsoft.com/office/drawing/2014/main" id="{FDEF663C-A6F5-11A4-3345-6BF34791D5A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5BAFAF3-36DD-BC98-E807-12B0FBB49AD5}"/>
              </a:ext>
            </a:extLst>
          </p:cNvPr>
          <p:cNvSpPr>
            <a:spLocks noGrp="1"/>
          </p:cNvSpPr>
          <p:nvPr>
            <p:ph type="sldNum" sz="quarter" idx="12"/>
          </p:nvPr>
        </p:nvSpPr>
        <p:spPr/>
        <p:txBody>
          <a:bodyPr/>
          <a:lstStyle/>
          <a:p>
            <a:fld id="{F41AD11A-60CB-47C1-893B-0B0812378845}" type="slidenum">
              <a:rPr lang="en-US" smtClean="0"/>
              <a:t>‹#›</a:t>
            </a:fld>
            <a:endParaRPr lang="en-US"/>
          </a:p>
        </p:txBody>
      </p:sp>
    </p:spTree>
    <p:extLst>
      <p:ext uri="{BB962C8B-B14F-4D97-AF65-F5344CB8AC3E}">
        <p14:creationId xmlns:p14="http://schemas.microsoft.com/office/powerpoint/2010/main" val="315319912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Section header" type="secHead">
  <p:cSld name="1_Section header">
    <p:spTree>
      <p:nvGrpSpPr>
        <p:cNvPr id="1" name="Shape 14"/>
        <p:cNvGrpSpPr/>
        <p:nvPr/>
      </p:nvGrpSpPr>
      <p:grpSpPr>
        <a:xfrm>
          <a:off x="0" y="0"/>
          <a:ext cx="0" cy="0"/>
          <a:chOff x="0" y="0"/>
          <a:chExt cx="0" cy="0"/>
        </a:xfrm>
      </p:grpSpPr>
      <p:sp>
        <p:nvSpPr>
          <p:cNvPr id="15" name="Google Shape;15;p3"/>
          <p:cNvSpPr txBox="1">
            <a:spLocks noGrp="1"/>
          </p:cNvSpPr>
          <p:nvPr>
            <p:ph type="title"/>
          </p:nvPr>
        </p:nvSpPr>
        <p:spPr>
          <a:xfrm>
            <a:off x="5905833" y="3629800"/>
            <a:ext cx="5335200" cy="1227600"/>
          </a:xfrm>
          <a:prstGeom prst="rect">
            <a:avLst/>
          </a:prstGeom>
        </p:spPr>
        <p:txBody>
          <a:bodyPr spcFirstLastPara="1" wrap="square" lIns="91425" tIns="91425" rIns="91425" bIns="91425" anchor="t" anchorCtr="0">
            <a:noAutofit/>
          </a:bodyPr>
          <a:lstStyle>
            <a:lvl1pPr lvl="0">
              <a:spcBef>
                <a:spcPts val="0"/>
              </a:spcBef>
              <a:spcAft>
                <a:spcPts val="0"/>
              </a:spcAft>
              <a:buSzPts val="4800"/>
              <a:buNone/>
              <a:defRPr sz="6400"/>
            </a:lvl1pPr>
            <a:lvl2pPr lvl="1" algn="ctr">
              <a:spcBef>
                <a:spcPts val="0"/>
              </a:spcBef>
              <a:spcAft>
                <a:spcPts val="0"/>
              </a:spcAft>
              <a:buSzPts val="4800"/>
              <a:buNone/>
              <a:defRPr sz="6400"/>
            </a:lvl2pPr>
            <a:lvl3pPr lvl="2" algn="ctr">
              <a:spcBef>
                <a:spcPts val="0"/>
              </a:spcBef>
              <a:spcAft>
                <a:spcPts val="0"/>
              </a:spcAft>
              <a:buSzPts val="4800"/>
              <a:buNone/>
              <a:defRPr sz="6400"/>
            </a:lvl3pPr>
            <a:lvl4pPr lvl="3" algn="ctr">
              <a:spcBef>
                <a:spcPts val="0"/>
              </a:spcBef>
              <a:spcAft>
                <a:spcPts val="0"/>
              </a:spcAft>
              <a:buSzPts val="4800"/>
              <a:buNone/>
              <a:defRPr sz="6400"/>
            </a:lvl4pPr>
            <a:lvl5pPr lvl="4" algn="ctr">
              <a:spcBef>
                <a:spcPts val="0"/>
              </a:spcBef>
              <a:spcAft>
                <a:spcPts val="0"/>
              </a:spcAft>
              <a:buSzPts val="4800"/>
              <a:buNone/>
              <a:defRPr sz="6400"/>
            </a:lvl5pPr>
            <a:lvl6pPr lvl="5" algn="ctr">
              <a:spcBef>
                <a:spcPts val="0"/>
              </a:spcBef>
              <a:spcAft>
                <a:spcPts val="0"/>
              </a:spcAft>
              <a:buSzPts val="4800"/>
              <a:buNone/>
              <a:defRPr sz="6400"/>
            </a:lvl6pPr>
            <a:lvl7pPr lvl="6" algn="ctr">
              <a:spcBef>
                <a:spcPts val="0"/>
              </a:spcBef>
              <a:spcAft>
                <a:spcPts val="0"/>
              </a:spcAft>
              <a:buSzPts val="4800"/>
              <a:buNone/>
              <a:defRPr sz="6400"/>
            </a:lvl7pPr>
            <a:lvl8pPr lvl="7" algn="ctr">
              <a:spcBef>
                <a:spcPts val="0"/>
              </a:spcBef>
              <a:spcAft>
                <a:spcPts val="0"/>
              </a:spcAft>
              <a:buSzPts val="4800"/>
              <a:buNone/>
              <a:defRPr sz="6400"/>
            </a:lvl8pPr>
            <a:lvl9pPr lvl="8" algn="ctr">
              <a:spcBef>
                <a:spcPts val="0"/>
              </a:spcBef>
              <a:spcAft>
                <a:spcPts val="0"/>
              </a:spcAft>
              <a:buSzPts val="4800"/>
              <a:buNone/>
              <a:defRPr sz="6400"/>
            </a:lvl9pPr>
          </a:lstStyle>
          <a:p>
            <a:endParaRPr/>
          </a:p>
        </p:txBody>
      </p:sp>
      <p:sp>
        <p:nvSpPr>
          <p:cNvPr id="16" name="Google Shape;16;p3"/>
          <p:cNvSpPr txBox="1">
            <a:spLocks noGrp="1"/>
          </p:cNvSpPr>
          <p:nvPr>
            <p:ph type="title" idx="2" hasCustomPrompt="1"/>
          </p:nvPr>
        </p:nvSpPr>
        <p:spPr>
          <a:xfrm>
            <a:off x="5905833" y="1714500"/>
            <a:ext cx="2620800" cy="1712000"/>
          </a:xfrm>
          <a:prstGeom prst="rect">
            <a:avLst/>
          </a:prstGeom>
          <a:noFill/>
        </p:spPr>
        <p:txBody>
          <a:bodyPr spcFirstLastPara="1" wrap="square" lIns="91425" tIns="91425" rIns="91425" bIns="91425" anchor="b" anchorCtr="0">
            <a:noAutofit/>
          </a:bodyPr>
          <a:lstStyle>
            <a:lvl1pPr lvl="0" rtl="0">
              <a:spcBef>
                <a:spcPts val="0"/>
              </a:spcBef>
              <a:spcAft>
                <a:spcPts val="0"/>
              </a:spcAft>
              <a:buClr>
                <a:schemeClr val="lt1"/>
              </a:buClr>
              <a:buSzPts val="8000"/>
              <a:buNone/>
              <a:defRPr sz="10666"/>
            </a:lvl1pPr>
            <a:lvl2pPr lvl="1" algn="ctr" rtl="0">
              <a:spcBef>
                <a:spcPts val="0"/>
              </a:spcBef>
              <a:spcAft>
                <a:spcPts val="0"/>
              </a:spcAft>
              <a:buClr>
                <a:schemeClr val="lt1"/>
              </a:buClr>
              <a:buSzPts val="8000"/>
              <a:buNone/>
              <a:defRPr sz="10666">
                <a:solidFill>
                  <a:schemeClr val="lt1"/>
                </a:solidFill>
              </a:defRPr>
            </a:lvl2pPr>
            <a:lvl3pPr lvl="2" algn="ctr" rtl="0">
              <a:spcBef>
                <a:spcPts val="0"/>
              </a:spcBef>
              <a:spcAft>
                <a:spcPts val="0"/>
              </a:spcAft>
              <a:buClr>
                <a:schemeClr val="lt1"/>
              </a:buClr>
              <a:buSzPts val="8000"/>
              <a:buNone/>
              <a:defRPr sz="10666">
                <a:solidFill>
                  <a:schemeClr val="lt1"/>
                </a:solidFill>
              </a:defRPr>
            </a:lvl3pPr>
            <a:lvl4pPr lvl="3" algn="ctr" rtl="0">
              <a:spcBef>
                <a:spcPts val="0"/>
              </a:spcBef>
              <a:spcAft>
                <a:spcPts val="0"/>
              </a:spcAft>
              <a:buClr>
                <a:schemeClr val="lt1"/>
              </a:buClr>
              <a:buSzPts val="8000"/>
              <a:buNone/>
              <a:defRPr sz="10666">
                <a:solidFill>
                  <a:schemeClr val="lt1"/>
                </a:solidFill>
              </a:defRPr>
            </a:lvl4pPr>
            <a:lvl5pPr lvl="4" algn="ctr" rtl="0">
              <a:spcBef>
                <a:spcPts val="0"/>
              </a:spcBef>
              <a:spcAft>
                <a:spcPts val="0"/>
              </a:spcAft>
              <a:buClr>
                <a:schemeClr val="lt1"/>
              </a:buClr>
              <a:buSzPts val="8000"/>
              <a:buNone/>
              <a:defRPr sz="10666">
                <a:solidFill>
                  <a:schemeClr val="lt1"/>
                </a:solidFill>
              </a:defRPr>
            </a:lvl5pPr>
            <a:lvl6pPr lvl="5" algn="ctr" rtl="0">
              <a:spcBef>
                <a:spcPts val="0"/>
              </a:spcBef>
              <a:spcAft>
                <a:spcPts val="0"/>
              </a:spcAft>
              <a:buClr>
                <a:schemeClr val="lt1"/>
              </a:buClr>
              <a:buSzPts val="8000"/>
              <a:buNone/>
              <a:defRPr sz="10666">
                <a:solidFill>
                  <a:schemeClr val="lt1"/>
                </a:solidFill>
              </a:defRPr>
            </a:lvl6pPr>
            <a:lvl7pPr lvl="6" algn="ctr" rtl="0">
              <a:spcBef>
                <a:spcPts val="0"/>
              </a:spcBef>
              <a:spcAft>
                <a:spcPts val="0"/>
              </a:spcAft>
              <a:buClr>
                <a:schemeClr val="lt1"/>
              </a:buClr>
              <a:buSzPts val="8000"/>
              <a:buNone/>
              <a:defRPr sz="10666">
                <a:solidFill>
                  <a:schemeClr val="lt1"/>
                </a:solidFill>
              </a:defRPr>
            </a:lvl7pPr>
            <a:lvl8pPr lvl="7" algn="ctr" rtl="0">
              <a:spcBef>
                <a:spcPts val="0"/>
              </a:spcBef>
              <a:spcAft>
                <a:spcPts val="0"/>
              </a:spcAft>
              <a:buClr>
                <a:schemeClr val="lt1"/>
              </a:buClr>
              <a:buSzPts val="8000"/>
              <a:buNone/>
              <a:defRPr sz="10666">
                <a:solidFill>
                  <a:schemeClr val="lt1"/>
                </a:solidFill>
              </a:defRPr>
            </a:lvl8pPr>
            <a:lvl9pPr lvl="8" algn="ctr" rtl="0">
              <a:spcBef>
                <a:spcPts val="0"/>
              </a:spcBef>
              <a:spcAft>
                <a:spcPts val="0"/>
              </a:spcAft>
              <a:buClr>
                <a:schemeClr val="lt1"/>
              </a:buClr>
              <a:buSzPts val="8000"/>
              <a:buNone/>
              <a:defRPr sz="10666">
                <a:solidFill>
                  <a:schemeClr val="lt1"/>
                </a:solidFill>
              </a:defRPr>
            </a:lvl9pPr>
          </a:lstStyle>
          <a:p>
            <a:r>
              <a:t>xx%</a:t>
            </a:r>
          </a:p>
        </p:txBody>
      </p:sp>
      <p:grpSp>
        <p:nvGrpSpPr>
          <p:cNvPr id="17" name="Google Shape;17;p3"/>
          <p:cNvGrpSpPr/>
          <p:nvPr/>
        </p:nvGrpSpPr>
        <p:grpSpPr>
          <a:xfrm>
            <a:off x="0" y="0"/>
            <a:ext cx="12192000" cy="161200"/>
            <a:chOff x="0" y="0"/>
            <a:chExt cx="9144000" cy="120900"/>
          </a:xfrm>
        </p:grpSpPr>
        <p:sp>
          <p:nvSpPr>
            <p:cNvPr id="18" name="Google Shape;18;p3"/>
            <p:cNvSpPr/>
            <p:nvPr/>
          </p:nvSpPr>
          <p:spPr>
            <a:xfrm flipH="1">
              <a:off x="3071700" y="0"/>
              <a:ext cx="6072300" cy="1209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Cairo"/>
                <a:ea typeface="Cairo"/>
                <a:cs typeface="Cairo"/>
                <a:sym typeface="Cairo"/>
              </a:endParaRPr>
            </a:p>
          </p:txBody>
        </p:sp>
        <p:sp>
          <p:nvSpPr>
            <p:cNvPr id="19" name="Google Shape;19;p3"/>
            <p:cNvSpPr/>
            <p:nvPr/>
          </p:nvSpPr>
          <p:spPr>
            <a:xfrm flipH="1">
              <a:off x="0" y="0"/>
              <a:ext cx="3071700" cy="1209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Cairo"/>
                <a:ea typeface="Cairo"/>
                <a:cs typeface="Cairo"/>
                <a:sym typeface="Cairo"/>
              </a:endParaRPr>
            </a:p>
          </p:txBody>
        </p:sp>
      </p:grpSp>
    </p:spTree>
    <p:extLst>
      <p:ext uri="{BB962C8B-B14F-4D97-AF65-F5344CB8AC3E}">
        <p14:creationId xmlns:p14="http://schemas.microsoft.com/office/powerpoint/2010/main" val="2997922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able of contents">
  <p:cSld name="Table of contents">
    <p:spTree>
      <p:nvGrpSpPr>
        <p:cNvPr id="1" name="Shape 100"/>
        <p:cNvGrpSpPr/>
        <p:nvPr/>
      </p:nvGrpSpPr>
      <p:grpSpPr>
        <a:xfrm>
          <a:off x="0" y="0"/>
          <a:ext cx="0" cy="0"/>
          <a:chOff x="0" y="0"/>
          <a:chExt cx="0" cy="0"/>
        </a:xfrm>
      </p:grpSpPr>
      <p:sp>
        <p:nvSpPr>
          <p:cNvPr id="101" name="Google Shape;101;p17"/>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02" name="Google Shape;102;p17"/>
          <p:cNvSpPr txBox="1">
            <a:spLocks noGrp="1"/>
          </p:cNvSpPr>
          <p:nvPr>
            <p:ph type="title" idx="2" hasCustomPrompt="1"/>
          </p:nvPr>
        </p:nvSpPr>
        <p:spPr>
          <a:xfrm>
            <a:off x="2072412" y="1860800"/>
            <a:ext cx="1040800" cy="8296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SzPts val="2500"/>
              <a:buNone/>
              <a:defRPr sz="3333"/>
            </a:lvl1pPr>
            <a:lvl2pPr lvl="1" rtl="0">
              <a:spcBef>
                <a:spcPts val="0"/>
              </a:spcBef>
              <a:spcAft>
                <a:spcPts val="0"/>
              </a:spcAft>
              <a:buSzPts val="2500"/>
              <a:buNone/>
              <a:defRPr sz="3333"/>
            </a:lvl2pPr>
            <a:lvl3pPr lvl="2" rtl="0">
              <a:spcBef>
                <a:spcPts val="0"/>
              </a:spcBef>
              <a:spcAft>
                <a:spcPts val="0"/>
              </a:spcAft>
              <a:buSzPts val="2500"/>
              <a:buNone/>
              <a:defRPr sz="3333"/>
            </a:lvl3pPr>
            <a:lvl4pPr lvl="3" rtl="0">
              <a:spcBef>
                <a:spcPts val="0"/>
              </a:spcBef>
              <a:spcAft>
                <a:spcPts val="0"/>
              </a:spcAft>
              <a:buSzPts val="2500"/>
              <a:buNone/>
              <a:defRPr sz="3333"/>
            </a:lvl4pPr>
            <a:lvl5pPr lvl="4" rtl="0">
              <a:spcBef>
                <a:spcPts val="0"/>
              </a:spcBef>
              <a:spcAft>
                <a:spcPts val="0"/>
              </a:spcAft>
              <a:buSzPts val="2500"/>
              <a:buNone/>
              <a:defRPr sz="3333"/>
            </a:lvl5pPr>
            <a:lvl6pPr lvl="5" rtl="0">
              <a:spcBef>
                <a:spcPts val="0"/>
              </a:spcBef>
              <a:spcAft>
                <a:spcPts val="0"/>
              </a:spcAft>
              <a:buSzPts val="2500"/>
              <a:buNone/>
              <a:defRPr sz="3333"/>
            </a:lvl6pPr>
            <a:lvl7pPr lvl="6" rtl="0">
              <a:spcBef>
                <a:spcPts val="0"/>
              </a:spcBef>
              <a:spcAft>
                <a:spcPts val="0"/>
              </a:spcAft>
              <a:buSzPts val="2500"/>
              <a:buNone/>
              <a:defRPr sz="3333"/>
            </a:lvl7pPr>
            <a:lvl8pPr lvl="7" rtl="0">
              <a:spcBef>
                <a:spcPts val="0"/>
              </a:spcBef>
              <a:spcAft>
                <a:spcPts val="0"/>
              </a:spcAft>
              <a:buSzPts val="2500"/>
              <a:buNone/>
              <a:defRPr sz="3333"/>
            </a:lvl8pPr>
            <a:lvl9pPr lvl="8" rtl="0">
              <a:spcBef>
                <a:spcPts val="0"/>
              </a:spcBef>
              <a:spcAft>
                <a:spcPts val="0"/>
              </a:spcAft>
              <a:buSzPts val="2500"/>
              <a:buNone/>
              <a:defRPr sz="3333"/>
            </a:lvl9pPr>
          </a:lstStyle>
          <a:p>
            <a:r>
              <a:t>xx%</a:t>
            </a:r>
          </a:p>
        </p:txBody>
      </p:sp>
      <p:sp>
        <p:nvSpPr>
          <p:cNvPr id="103" name="Google Shape;103;p17"/>
          <p:cNvSpPr txBox="1">
            <a:spLocks noGrp="1"/>
          </p:cNvSpPr>
          <p:nvPr>
            <p:ph type="title" idx="3" hasCustomPrompt="1"/>
          </p:nvPr>
        </p:nvSpPr>
        <p:spPr>
          <a:xfrm>
            <a:off x="2072412" y="4065739"/>
            <a:ext cx="1040800" cy="8296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SzPts val="2500"/>
              <a:buNone/>
              <a:defRPr sz="3333"/>
            </a:lvl1pPr>
            <a:lvl2pPr lvl="1" rtl="0">
              <a:spcBef>
                <a:spcPts val="0"/>
              </a:spcBef>
              <a:spcAft>
                <a:spcPts val="0"/>
              </a:spcAft>
              <a:buSzPts val="2500"/>
              <a:buNone/>
              <a:defRPr sz="3333"/>
            </a:lvl2pPr>
            <a:lvl3pPr lvl="2" rtl="0">
              <a:spcBef>
                <a:spcPts val="0"/>
              </a:spcBef>
              <a:spcAft>
                <a:spcPts val="0"/>
              </a:spcAft>
              <a:buSzPts val="2500"/>
              <a:buNone/>
              <a:defRPr sz="3333"/>
            </a:lvl3pPr>
            <a:lvl4pPr lvl="3" rtl="0">
              <a:spcBef>
                <a:spcPts val="0"/>
              </a:spcBef>
              <a:spcAft>
                <a:spcPts val="0"/>
              </a:spcAft>
              <a:buSzPts val="2500"/>
              <a:buNone/>
              <a:defRPr sz="3333"/>
            </a:lvl4pPr>
            <a:lvl5pPr lvl="4" rtl="0">
              <a:spcBef>
                <a:spcPts val="0"/>
              </a:spcBef>
              <a:spcAft>
                <a:spcPts val="0"/>
              </a:spcAft>
              <a:buSzPts val="2500"/>
              <a:buNone/>
              <a:defRPr sz="3333"/>
            </a:lvl5pPr>
            <a:lvl6pPr lvl="5" rtl="0">
              <a:spcBef>
                <a:spcPts val="0"/>
              </a:spcBef>
              <a:spcAft>
                <a:spcPts val="0"/>
              </a:spcAft>
              <a:buSzPts val="2500"/>
              <a:buNone/>
              <a:defRPr sz="3333"/>
            </a:lvl6pPr>
            <a:lvl7pPr lvl="6" rtl="0">
              <a:spcBef>
                <a:spcPts val="0"/>
              </a:spcBef>
              <a:spcAft>
                <a:spcPts val="0"/>
              </a:spcAft>
              <a:buSzPts val="2500"/>
              <a:buNone/>
              <a:defRPr sz="3333"/>
            </a:lvl7pPr>
            <a:lvl8pPr lvl="7" rtl="0">
              <a:spcBef>
                <a:spcPts val="0"/>
              </a:spcBef>
              <a:spcAft>
                <a:spcPts val="0"/>
              </a:spcAft>
              <a:buSzPts val="2500"/>
              <a:buNone/>
              <a:defRPr sz="3333"/>
            </a:lvl8pPr>
            <a:lvl9pPr lvl="8" rtl="0">
              <a:spcBef>
                <a:spcPts val="0"/>
              </a:spcBef>
              <a:spcAft>
                <a:spcPts val="0"/>
              </a:spcAft>
              <a:buSzPts val="2500"/>
              <a:buNone/>
              <a:defRPr sz="3333"/>
            </a:lvl9pPr>
          </a:lstStyle>
          <a:p>
            <a:r>
              <a:t>xx%</a:t>
            </a:r>
          </a:p>
        </p:txBody>
      </p:sp>
      <p:sp>
        <p:nvSpPr>
          <p:cNvPr id="104" name="Google Shape;104;p17"/>
          <p:cNvSpPr txBox="1">
            <a:spLocks noGrp="1"/>
          </p:cNvSpPr>
          <p:nvPr>
            <p:ph type="title" idx="4" hasCustomPrompt="1"/>
          </p:nvPr>
        </p:nvSpPr>
        <p:spPr>
          <a:xfrm>
            <a:off x="5580116" y="1860800"/>
            <a:ext cx="1040800" cy="8296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SzPts val="2500"/>
              <a:buNone/>
              <a:defRPr sz="3333"/>
            </a:lvl1pPr>
            <a:lvl2pPr lvl="1" rtl="0">
              <a:spcBef>
                <a:spcPts val="0"/>
              </a:spcBef>
              <a:spcAft>
                <a:spcPts val="0"/>
              </a:spcAft>
              <a:buSzPts val="2500"/>
              <a:buNone/>
              <a:defRPr sz="3333"/>
            </a:lvl2pPr>
            <a:lvl3pPr lvl="2" rtl="0">
              <a:spcBef>
                <a:spcPts val="0"/>
              </a:spcBef>
              <a:spcAft>
                <a:spcPts val="0"/>
              </a:spcAft>
              <a:buSzPts val="2500"/>
              <a:buNone/>
              <a:defRPr sz="3333"/>
            </a:lvl3pPr>
            <a:lvl4pPr lvl="3" rtl="0">
              <a:spcBef>
                <a:spcPts val="0"/>
              </a:spcBef>
              <a:spcAft>
                <a:spcPts val="0"/>
              </a:spcAft>
              <a:buSzPts val="2500"/>
              <a:buNone/>
              <a:defRPr sz="3333"/>
            </a:lvl4pPr>
            <a:lvl5pPr lvl="4" rtl="0">
              <a:spcBef>
                <a:spcPts val="0"/>
              </a:spcBef>
              <a:spcAft>
                <a:spcPts val="0"/>
              </a:spcAft>
              <a:buSzPts val="2500"/>
              <a:buNone/>
              <a:defRPr sz="3333"/>
            </a:lvl5pPr>
            <a:lvl6pPr lvl="5" rtl="0">
              <a:spcBef>
                <a:spcPts val="0"/>
              </a:spcBef>
              <a:spcAft>
                <a:spcPts val="0"/>
              </a:spcAft>
              <a:buSzPts val="2500"/>
              <a:buNone/>
              <a:defRPr sz="3333"/>
            </a:lvl6pPr>
            <a:lvl7pPr lvl="6" rtl="0">
              <a:spcBef>
                <a:spcPts val="0"/>
              </a:spcBef>
              <a:spcAft>
                <a:spcPts val="0"/>
              </a:spcAft>
              <a:buSzPts val="2500"/>
              <a:buNone/>
              <a:defRPr sz="3333"/>
            </a:lvl7pPr>
            <a:lvl8pPr lvl="7" rtl="0">
              <a:spcBef>
                <a:spcPts val="0"/>
              </a:spcBef>
              <a:spcAft>
                <a:spcPts val="0"/>
              </a:spcAft>
              <a:buSzPts val="2500"/>
              <a:buNone/>
              <a:defRPr sz="3333"/>
            </a:lvl8pPr>
            <a:lvl9pPr lvl="8" rtl="0">
              <a:spcBef>
                <a:spcPts val="0"/>
              </a:spcBef>
              <a:spcAft>
                <a:spcPts val="0"/>
              </a:spcAft>
              <a:buSzPts val="2500"/>
              <a:buNone/>
              <a:defRPr sz="3333"/>
            </a:lvl9pPr>
          </a:lstStyle>
          <a:p>
            <a:r>
              <a:t>xx%</a:t>
            </a:r>
          </a:p>
        </p:txBody>
      </p:sp>
      <p:sp>
        <p:nvSpPr>
          <p:cNvPr id="105" name="Google Shape;105;p17"/>
          <p:cNvSpPr txBox="1">
            <a:spLocks noGrp="1"/>
          </p:cNvSpPr>
          <p:nvPr>
            <p:ph type="title" idx="5" hasCustomPrompt="1"/>
          </p:nvPr>
        </p:nvSpPr>
        <p:spPr>
          <a:xfrm>
            <a:off x="5580116" y="4065739"/>
            <a:ext cx="1040800" cy="8296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SzPts val="2500"/>
              <a:buNone/>
              <a:defRPr sz="3333"/>
            </a:lvl1pPr>
            <a:lvl2pPr lvl="1" rtl="0">
              <a:spcBef>
                <a:spcPts val="0"/>
              </a:spcBef>
              <a:spcAft>
                <a:spcPts val="0"/>
              </a:spcAft>
              <a:buSzPts val="2500"/>
              <a:buNone/>
              <a:defRPr sz="3333"/>
            </a:lvl2pPr>
            <a:lvl3pPr lvl="2" rtl="0">
              <a:spcBef>
                <a:spcPts val="0"/>
              </a:spcBef>
              <a:spcAft>
                <a:spcPts val="0"/>
              </a:spcAft>
              <a:buSzPts val="2500"/>
              <a:buNone/>
              <a:defRPr sz="3333"/>
            </a:lvl3pPr>
            <a:lvl4pPr lvl="3" rtl="0">
              <a:spcBef>
                <a:spcPts val="0"/>
              </a:spcBef>
              <a:spcAft>
                <a:spcPts val="0"/>
              </a:spcAft>
              <a:buSzPts val="2500"/>
              <a:buNone/>
              <a:defRPr sz="3333"/>
            </a:lvl4pPr>
            <a:lvl5pPr lvl="4" rtl="0">
              <a:spcBef>
                <a:spcPts val="0"/>
              </a:spcBef>
              <a:spcAft>
                <a:spcPts val="0"/>
              </a:spcAft>
              <a:buSzPts val="2500"/>
              <a:buNone/>
              <a:defRPr sz="3333"/>
            </a:lvl5pPr>
            <a:lvl6pPr lvl="5" rtl="0">
              <a:spcBef>
                <a:spcPts val="0"/>
              </a:spcBef>
              <a:spcAft>
                <a:spcPts val="0"/>
              </a:spcAft>
              <a:buSzPts val="2500"/>
              <a:buNone/>
              <a:defRPr sz="3333"/>
            </a:lvl6pPr>
            <a:lvl7pPr lvl="6" rtl="0">
              <a:spcBef>
                <a:spcPts val="0"/>
              </a:spcBef>
              <a:spcAft>
                <a:spcPts val="0"/>
              </a:spcAft>
              <a:buSzPts val="2500"/>
              <a:buNone/>
              <a:defRPr sz="3333"/>
            </a:lvl7pPr>
            <a:lvl8pPr lvl="7" rtl="0">
              <a:spcBef>
                <a:spcPts val="0"/>
              </a:spcBef>
              <a:spcAft>
                <a:spcPts val="0"/>
              </a:spcAft>
              <a:buSzPts val="2500"/>
              <a:buNone/>
              <a:defRPr sz="3333"/>
            </a:lvl8pPr>
            <a:lvl9pPr lvl="8" rtl="0">
              <a:spcBef>
                <a:spcPts val="0"/>
              </a:spcBef>
              <a:spcAft>
                <a:spcPts val="0"/>
              </a:spcAft>
              <a:buSzPts val="2500"/>
              <a:buNone/>
              <a:defRPr sz="3333"/>
            </a:lvl9pPr>
          </a:lstStyle>
          <a:p>
            <a:r>
              <a:t>xx%</a:t>
            </a:r>
          </a:p>
        </p:txBody>
      </p:sp>
      <p:sp>
        <p:nvSpPr>
          <p:cNvPr id="106" name="Google Shape;106;p17"/>
          <p:cNvSpPr txBox="1">
            <a:spLocks noGrp="1"/>
          </p:cNvSpPr>
          <p:nvPr>
            <p:ph type="title" idx="6" hasCustomPrompt="1"/>
          </p:nvPr>
        </p:nvSpPr>
        <p:spPr>
          <a:xfrm>
            <a:off x="9087853" y="1860800"/>
            <a:ext cx="1040800" cy="8296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SzPts val="2500"/>
              <a:buNone/>
              <a:defRPr sz="3333"/>
            </a:lvl1pPr>
            <a:lvl2pPr lvl="1" rtl="0">
              <a:spcBef>
                <a:spcPts val="0"/>
              </a:spcBef>
              <a:spcAft>
                <a:spcPts val="0"/>
              </a:spcAft>
              <a:buSzPts val="2500"/>
              <a:buNone/>
              <a:defRPr sz="3333"/>
            </a:lvl2pPr>
            <a:lvl3pPr lvl="2" rtl="0">
              <a:spcBef>
                <a:spcPts val="0"/>
              </a:spcBef>
              <a:spcAft>
                <a:spcPts val="0"/>
              </a:spcAft>
              <a:buSzPts val="2500"/>
              <a:buNone/>
              <a:defRPr sz="3333"/>
            </a:lvl3pPr>
            <a:lvl4pPr lvl="3" rtl="0">
              <a:spcBef>
                <a:spcPts val="0"/>
              </a:spcBef>
              <a:spcAft>
                <a:spcPts val="0"/>
              </a:spcAft>
              <a:buSzPts val="2500"/>
              <a:buNone/>
              <a:defRPr sz="3333"/>
            </a:lvl4pPr>
            <a:lvl5pPr lvl="4" rtl="0">
              <a:spcBef>
                <a:spcPts val="0"/>
              </a:spcBef>
              <a:spcAft>
                <a:spcPts val="0"/>
              </a:spcAft>
              <a:buSzPts val="2500"/>
              <a:buNone/>
              <a:defRPr sz="3333"/>
            </a:lvl5pPr>
            <a:lvl6pPr lvl="5" rtl="0">
              <a:spcBef>
                <a:spcPts val="0"/>
              </a:spcBef>
              <a:spcAft>
                <a:spcPts val="0"/>
              </a:spcAft>
              <a:buSzPts val="2500"/>
              <a:buNone/>
              <a:defRPr sz="3333"/>
            </a:lvl6pPr>
            <a:lvl7pPr lvl="6" rtl="0">
              <a:spcBef>
                <a:spcPts val="0"/>
              </a:spcBef>
              <a:spcAft>
                <a:spcPts val="0"/>
              </a:spcAft>
              <a:buSzPts val="2500"/>
              <a:buNone/>
              <a:defRPr sz="3333"/>
            </a:lvl7pPr>
            <a:lvl8pPr lvl="7" rtl="0">
              <a:spcBef>
                <a:spcPts val="0"/>
              </a:spcBef>
              <a:spcAft>
                <a:spcPts val="0"/>
              </a:spcAft>
              <a:buSzPts val="2500"/>
              <a:buNone/>
              <a:defRPr sz="3333"/>
            </a:lvl8pPr>
            <a:lvl9pPr lvl="8" rtl="0">
              <a:spcBef>
                <a:spcPts val="0"/>
              </a:spcBef>
              <a:spcAft>
                <a:spcPts val="0"/>
              </a:spcAft>
              <a:buSzPts val="2500"/>
              <a:buNone/>
              <a:defRPr sz="3333"/>
            </a:lvl9pPr>
          </a:lstStyle>
          <a:p>
            <a:r>
              <a:t>xx%</a:t>
            </a:r>
          </a:p>
        </p:txBody>
      </p:sp>
      <p:sp>
        <p:nvSpPr>
          <p:cNvPr id="107" name="Google Shape;107;p17"/>
          <p:cNvSpPr txBox="1">
            <a:spLocks noGrp="1"/>
          </p:cNvSpPr>
          <p:nvPr>
            <p:ph type="title" idx="7" hasCustomPrompt="1"/>
          </p:nvPr>
        </p:nvSpPr>
        <p:spPr>
          <a:xfrm>
            <a:off x="9087853" y="4065739"/>
            <a:ext cx="1040800" cy="8296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SzPts val="2500"/>
              <a:buNone/>
              <a:defRPr sz="3333"/>
            </a:lvl1pPr>
            <a:lvl2pPr lvl="1" rtl="0">
              <a:spcBef>
                <a:spcPts val="0"/>
              </a:spcBef>
              <a:spcAft>
                <a:spcPts val="0"/>
              </a:spcAft>
              <a:buSzPts val="2500"/>
              <a:buNone/>
              <a:defRPr sz="3333"/>
            </a:lvl2pPr>
            <a:lvl3pPr lvl="2" rtl="0">
              <a:spcBef>
                <a:spcPts val="0"/>
              </a:spcBef>
              <a:spcAft>
                <a:spcPts val="0"/>
              </a:spcAft>
              <a:buSzPts val="2500"/>
              <a:buNone/>
              <a:defRPr sz="3333"/>
            </a:lvl3pPr>
            <a:lvl4pPr lvl="3" rtl="0">
              <a:spcBef>
                <a:spcPts val="0"/>
              </a:spcBef>
              <a:spcAft>
                <a:spcPts val="0"/>
              </a:spcAft>
              <a:buSzPts val="2500"/>
              <a:buNone/>
              <a:defRPr sz="3333"/>
            </a:lvl4pPr>
            <a:lvl5pPr lvl="4" rtl="0">
              <a:spcBef>
                <a:spcPts val="0"/>
              </a:spcBef>
              <a:spcAft>
                <a:spcPts val="0"/>
              </a:spcAft>
              <a:buSzPts val="2500"/>
              <a:buNone/>
              <a:defRPr sz="3333"/>
            </a:lvl5pPr>
            <a:lvl6pPr lvl="5" rtl="0">
              <a:spcBef>
                <a:spcPts val="0"/>
              </a:spcBef>
              <a:spcAft>
                <a:spcPts val="0"/>
              </a:spcAft>
              <a:buSzPts val="2500"/>
              <a:buNone/>
              <a:defRPr sz="3333"/>
            </a:lvl6pPr>
            <a:lvl7pPr lvl="6" rtl="0">
              <a:spcBef>
                <a:spcPts val="0"/>
              </a:spcBef>
              <a:spcAft>
                <a:spcPts val="0"/>
              </a:spcAft>
              <a:buSzPts val="2500"/>
              <a:buNone/>
              <a:defRPr sz="3333"/>
            </a:lvl7pPr>
            <a:lvl8pPr lvl="7" rtl="0">
              <a:spcBef>
                <a:spcPts val="0"/>
              </a:spcBef>
              <a:spcAft>
                <a:spcPts val="0"/>
              </a:spcAft>
              <a:buSzPts val="2500"/>
              <a:buNone/>
              <a:defRPr sz="3333"/>
            </a:lvl8pPr>
            <a:lvl9pPr lvl="8" rtl="0">
              <a:spcBef>
                <a:spcPts val="0"/>
              </a:spcBef>
              <a:spcAft>
                <a:spcPts val="0"/>
              </a:spcAft>
              <a:buSzPts val="2500"/>
              <a:buNone/>
              <a:defRPr sz="3333"/>
            </a:lvl9pPr>
          </a:lstStyle>
          <a:p>
            <a:r>
              <a:t>xx%</a:t>
            </a:r>
          </a:p>
        </p:txBody>
      </p:sp>
      <p:sp>
        <p:nvSpPr>
          <p:cNvPr id="108" name="Google Shape;108;p17"/>
          <p:cNvSpPr txBox="1">
            <a:spLocks noGrp="1"/>
          </p:cNvSpPr>
          <p:nvPr>
            <p:ph type="subTitle" idx="1"/>
          </p:nvPr>
        </p:nvSpPr>
        <p:spPr>
          <a:xfrm>
            <a:off x="960000" y="2893600"/>
            <a:ext cx="3265600" cy="596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800"/>
              <a:buFont typeface="DM Sans SemiBold"/>
              <a:buNone/>
              <a:defRPr sz="2400">
                <a:solidFill>
                  <a:schemeClr val="dk1"/>
                </a:solidFill>
                <a:latin typeface="DM Sans SemiBold"/>
                <a:ea typeface="DM Sans SemiBold"/>
                <a:cs typeface="DM Sans SemiBold"/>
                <a:sym typeface="DM Sans SemiBold"/>
              </a:defRPr>
            </a:lvl1pPr>
            <a:lvl2pPr lvl="1" rtl="0">
              <a:lnSpc>
                <a:spcPct val="100000"/>
              </a:lnSpc>
              <a:spcBef>
                <a:spcPts val="0"/>
              </a:spcBef>
              <a:spcAft>
                <a:spcPts val="0"/>
              </a:spcAft>
              <a:buSzPts val="1800"/>
              <a:buFont typeface="DM Sans SemiBold"/>
              <a:buNone/>
              <a:defRPr sz="2400">
                <a:latin typeface="DM Sans SemiBold"/>
                <a:ea typeface="DM Sans SemiBold"/>
                <a:cs typeface="DM Sans SemiBold"/>
                <a:sym typeface="DM Sans SemiBold"/>
              </a:defRPr>
            </a:lvl2pPr>
            <a:lvl3pPr lvl="2" rtl="0">
              <a:lnSpc>
                <a:spcPct val="100000"/>
              </a:lnSpc>
              <a:spcBef>
                <a:spcPts val="0"/>
              </a:spcBef>
              <a:spcAft>
                <a:spcPts val="0"/>
              </a:spcAft>
              <a:buSzPts val="1800"/>
              <a:buFont typeface="DM Sans SemiBold"/>
              <a:buNone/>
              <a:defRPr sz="2400">
                <a:latin typeface="DM Sans SemiBold"/>
                <a:ea typeface="DM Sans SemiBold"/>
                <a:cs typeface="DM Sans SemiBold"/>
                <a:sym typeface="DM Sans SemiBold"/>
              </a:defRPr>
            </a:lvl3pPr>
            <a:lvl4pPr lvl="3" rtl="0">
              <a:lnSpc>
                <a:spcPct val="100000"/>
              </a:lnSpc>
              <a:spcBef>
                <a:spcPts val="0"/>
              </a:spcBef>
              <a:spcAft>
                <a:spcPts val="0"/>
              </a:spcAft>
              <a:buSzPts val="1800"/>
              <a:buFont typeface="DM Sans SemiBold"/>
              <a:buNone/>
              <a:defRPr sz="2400">
                <a:latin typeface="DM Sans SemiBold"/>
                <a:ea typeface="DM Sans SemiBold"/>
                <a:cs typeface="DM Sans SemiBold"/>
                <a:sym typeface="DM Sans SemiBold"/>
              </a:defRPr>
            </a:lvl4pPr>
            <a:lvl5pPr lvl="4" rtl="0">
              <a:lnSpc>
                <a:spcPct val="100000"/>
              </a:lnSpc>
              <a:spcBef>
                <a:spcPts val="0"/>
              </a:spcBef>
              <a:spcAft>
                <a:spcPts val="0"/>
              </a:spcAft>
              <a:buSzPts val="1800"/>
              <a:buFont typeface="DM Sans SemiBold"/>
              <a:buNone/>
              <a:defRPr sz="2400">
                <a:latin typeface="DM Sans SemiBold"/>
                <a:ea typeface="DM Sans SemiBold"/>
                <a:cs typeface="DM Sans SemiBold"/>
                <a:sym typeface="DM Sans SemiBold"/>
              </a:defRPr>
            </a:lvl5pPr>
            <a:lvl6pPr lvl="5" rtl="0">
              <a:lnSpc>
                <a:spcPct val="100000"/>
              </a:lnSpc>
              <a:spcBef>
                <a:spcPts val="0"/>
              </a:spcBef>
              <a:spcAft>
                <a:spcPts val="0"/>
              </a:spcAft>
              <a:buSzPts val="1800"/>
              <a:buFont typeface="DM Sans SemiBold"/>
              <a:buNone/>
              <a:defRPr sz="2400">
                <a:latin typeface="DM Sans SemiBold"/>
                <a:ea typeface="DM Sans SemiBold"/>
                <a:cs typeface="DM Sans SemiBold"/>
                <a:sym typeface="DM Sans SemiBold"/>
              </a:defRPr>
            </a:lvl6pPr>
            <a:lvl7pPr lvl="6" rtl="0">
              <a:lnSpc>
                <a:spcPct val="100000"/>
              </a:lnSpc>
              <a:spcBef>
                <a:spcPts val="0"/>
              </a:spcBef>
              <a:spcAft>
                <a:spcPts val="0"/>
              </a:spcAft>
              <a:buSzPts val="1800"/>
              <a:buFont typeface="DM Sans SemiBold"/>
              <a:buNone/>
              <a:defRPr sz="2400">
                <a:latin typeface="DM Sans SemiBold"/>
                <a:ea typeface="DM Sans SemiBold"/>
                <a:cs typeface="DM Sans SemiBold"/>
                <a:sym typeface="DM Sans SemiBold"/>
              </a:defRPr>
            </a:lvl7pPr>
            <a:lvl8pPr lvl="7" rtl="0">
              <a:lnSpc>
                <a:spcPct val="100000"/>
              </a:lnSpc>
              <a:spcBef>
                <a:spcPts val="0"/>
              </a:spcBef>
              <a:spcAft>
                <a:spcPts val="0"/>
              </a:spcAft>
              <a:buSzPts val="1800"/>
              <a:buFont typeface="DM Sans SemiBold"/>
              <a:buNone/>
              <a:defRPr sz="2400">
                <a:latin typeface="DM Sans SemiBold"/>
                <a:ea typeface="DM Sans SemiBold"/>
                <a:cs typeface="DM Sans SemiBold"/>
                <a:sym typeface="DM Sans SemiBold"/>
              </a:defRPr>
            </a:lvl8pPr>
            <a:lvl9pPr lvl="8" rtl="0">
              <a:lnSpc>
                <a:spcPct val="100000"/>
              </a:lnSpc>
              <a:spcBef>
                <a:spcPts val="0"/>
              </a:spcBef>
              <a:spcAft>
                <a:spcPts val="0"/>
              </a:spcAft>
              <a:buSzPts val="1800"/>
              <a:buFont typeface="DM Sans SemiBold"/>
              <a:buNone/>
              <a:defRPr sz="2400">
                <a:latin typeface="DM Sans SemiBold"/>
                <a:ea typeface="DM Sans SemiBold"/>
                <a:cs typeface="DM Sans SemiBold"/>
                <a:sym typeface="DM Sans SemiBold"/>
              </a:defRPr>
            </a:lvl9pPr>
          </a:lstStyle>
          <a:p>
            <a:endParaRPr/>
          </a:p>
        </p:txBody>
      </p:sp>
      <p:sp>
        <p:nvSpPr>
          <p:cNvPr id="109" name="Google Shape;109;p17"/>
          <p:cNvSpPr txBox="1">
            <a:spLocks noGrp="1"/>
          </p:cNvSpPr>
          <p:nvPr>
            <p:ph type="subTitle" idx="8"/>
          </p:nvPr>
        </p:nvSpPr>
        <p:spPr>
          <a:xfrm>
            <a:off x="4467704" y="2893600"/>
            <a:ext cx="3265600" cy="596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800"/>
              <a:buFont typeface="DM Sans SemiBold"/>
              <a:buNone/>
              <a:defRPr sz="2400">
                <a:solidFill>
                  <a:schemeClr val="dk1"/>
                </a:solidFill>
                <a:latin typeface="DM Sans SemiBold"/>
                <a:ea typeface="DM Sans SemiBold"/>
                <a:cs typeface="DM Sans SemiBold"/>
                <a:sym typeface="DM Sans SemiBold"/>
              </a:defRPr>
            </a:lvl1pPr>
            <a:lvl2pPr lvl="1" rtl="0">
              <a:lnSpc>
                <a:spcPct val="100000"/>
              </a:lnSpc>
              <a:spcBef>
                <a:spcPts val="0"/>
              </a:spcBef>
              <a:spcAft>
                <a:spcPts val="0"/>
              </a:spcAft>
              <a:buSzPts val="1800"/>
              <a:buFont typeface="DM Sans SemiBold"/>
              <a:buNone/>
              <a:defRPr sz="2400">
                <a:latin typeface="DM Sans SemiBold"/>
                <a:ea typeface="DM Sans SemiBold"/>
                <a:cs typeface="DM Sans SemiBold"/>
                <a:sym typeface="DM Sans SemiBold"/>
              </a:defRPr>
            </a:lvl2pPr>
            <a:lvl3pPr lvl="2" rtl="0">
              <a:lnSpc>
                <a:spcPct val="100000"/>
              </a:lnSpc>
              <a:spcBef>
                <a:spcPts val="0"/>
              </a:spcBef>
              <a:spcAft>
                <a:spcPts val="0"/>
              </a:spcAft>
              <a:buSzPts val="1800"/>
              <a:buFont typeface="DM Sans SemiBold"/>
              <a:buNone/>
              <a:defRPr sz="2400">
                <a:latin typeface="DM Sans SemiBold"/>
                <a:ea typeface="DM Sans SemiBold"/>
                <a:cs typeface="DM Sans SemiBold"/>
                <a:sym typeface="DM Sans SemiBold"/>
              </a:defRPr>
            </a:lvl3pPr>
            <a:lvl4pPr lvl="3" rtl="0">
              <a:lnSpc>
                <a:spcPct val="100000"/>
              </a:lnSpc>
              <a:spcBef>
                <a:spcPts val="0"/>
              </a:spcBef>
              <a:spcAft>
                <a:spcPts val="0"/>
              </a:spcAft>
              <a:buSzPts val="1800"/>
              <a:buFont typeface="DM Sans SemiBold"/>
              <a:buNone/>
              <a:defRPr sz="2400">
                <a:latin typeface="DM Sans SemiBold"/>
                <a:ea typeface="DM Sans SemiBold"/>
                <a:cs typeface="DM Sans SemiBold"/>
                <a:sym typeface="DM Sans SemiBold"/>
              </a:defRPr>
            </a:lvl4pPr>
            <a:lvl5pPr lvl="4" rtl="0">
              <a:lnSpc>
                <a:spcPct val="100000"/>
              </a:lnSpc>
              <a:spcBef>
                <a:spcPts val="0"/>
              </a:spcBef>
              <a:spcAft>
                <a:spcPts val="0"/>
              </a:spcAft>
              <a:buSzPts val="1800"/>
              <a:buFont typeface="DM Sans SemiBold"/>
              <a:buNone/>
              <a:defRPr sz="2400">
                <a:latin typeface="DM Sans SemiBold"/>
                <a:ea typeface="DM Sans SemiBold"/>
                <a:cs typeface="DM Sans SemiBold"/>
                <a:sym typeface="DM Sans SemiBold"/>
              </a:defRPr>
            </a:lvl5pPr>
            <a:lvl6pPr lvl="5" rtl="0">
              <a:lnSpc>
                <a:spcPct val="100000"/>
              </a:lnSpc>
              <a:spcBef>
                <a:spcPts val="0"/>
              </a:spcBef>
              <a:spcAft>
                <a:spcPts val="0"/>
              </a:spcAft>
              <a:buSzPts val="1800"/>
              <a:buFont typeface="DM Sans SemiBold"/>
              <a:buNone/>
              <a:defRPr sz="2400">
                <a:latin typeface="DM Sans SemiBold"/>
                <a:ea typeface="DM Sans SemiBold"/>
                <a:cs typeface="DM Sans SemiBold"/>
                <a:sym typeface="DM Sans SemiBold"/>
              </a:defRPr>
            </a:lvl6pPr>
            <a:lvl7pPr lvl="6" rtl="0">
              <a:lnSpc>
                <a:spcPct val="100000"/>
              </a:lnSpc>
              <a:spcBef>
                <a:spcPts val="0"/>
              </a:spcBef>
              <a:spcAft>
                <a:spcPts val="0"/>
              </a:spcAft>
              <a:buSzPts val="1800"/>
              <a:buFont typeface="DM Sans SemiBold"/>
              <a:buNone/>
              <a:defRPr sz="2400">
                <a:latin typeface="DM Sans SemiBold"/>
                <a:ea typeface="DM Sans SemiBold"/>
                <a:cs typeface="DM Sans SemiBold"/>
                <a:sym typeface="DM Sans SemiBold"/>
              </a:defRPr>
            </a:lvl7pPr>
            <a:lvl8pPr lvl="7" rtl="0">
              <a:lnSpc>
                <a:spcPct val="100000"/>
              </a:lnSpc>
              <a:spcBef>
                <a:spcPts val="0"/>
              </a:spcBef>
              <a:spcAft>
                <a:spcPts val="0"/>
              </a:spcAft>
              <a:buSzPts val="1800"/>
              <a:buFont typeface="DM Sans SemiBold"/>
              <a:buNone/>
              <a:defRPr sz="2400">
                <a:latin typeface="DM Sans SemiBold"/>
                <a:ea typeface="DM Sans SemiBold"/>
                <a:cs typeface="DM Sans SemiBold"/>
                <a:sym typeface="DM Sans SemiBold"/>
              </a:defRPr>
            </a:lvl8pPr>
            <a:lvl9pPr lvl="8" rtl="0">
              <a:lnSpc>
                <a:spcPct val="100000"/>
              </a:lnSpc>
              <a:spcBef>
                <a:spcPts val="0"/>
              </a:spcBef>
              <a:spcAft>
                <a:spcPts val="0"/>
              </a:spcAft>
              <a:buSzPts val="1800"/>
              <a:buFont typeface="DM Sans SemiBold"/>
              <a:buNone/>
              <a:defRPr sz="2400">
                <a:latin typeface="DM Sans SemiBold"/>
                <a:ea typeface="DM Sans SemiBold"/>
                <a:cs typeface="DM Sans SemiBold"/>
                <a:sym typeface="DM Sans SemiBold"/>
              </a:defRPr>
            </a:lvl9pPr>
          </a:lstStyle>
          <a:p>
            <a:endParaRPr/>
          </a:p>
        </p:txBody>
      </p:sp>
      <p:sp>
        <p:nvSpPr>
          <p:cNvPr id="110" name="Google Shape;110;p17"/>
          <p:cNvSpPr txBox="1">
            <a:spLocks noGrp="1"/>
          </p:cNvSpPr>
          <p:nvPr>
            <p:ph type="subTitle" idx="9"/>
          </p:nvPr>
        </p:nvSpPr>
        <p:spPr>
          <a:xfrm>
            <a:off x="7975441" y="2893600"/>
            <a:ext cx="3265600" cy="596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800"/>
              <a:buFont typeface="DM Sans SemiBold"/>
              <a:buNone/>
              <a:defRPr sz="2400">
                <a:solidFill>
                  <a:schemeClr val="dk1"/>
                </a:solidFill>
                <a:latin typeface="DM Sans SemiBold"/>
                <a:ea typeface="DM Sans SemiBold"/>
                <a:cs typeface="DM Sans SemiBold"/>
                <a:sym typeface="DM Sans SemiBold"/>
              </a:defRPr>
            </a:lvl1pPr>
            <a:lvl2pPr lvl="1" rtl="0">
              <a:lnSpc>
                <a:spcPct val="100000"/>
              </a:lnSpc>
              <a:spcBef>
                <a:spcPts val="0"/>
              </a:spcBef>
              <a:spcAft>
                <a:spcPts val="0"/>
              </a:spcAft>
              <a:buSzPts val="1800"/>
              <a:buFont typeface="DM Sans SemiBold"/>
              <a:buNone/>
              <a:defRPr sz="2400">
                <a:latin typeface="DM Sans SemiBold"/>
                <a:ea typeface="DM Sans SemiBold"/>
                <a:cs typeface="DM Sans SemiBold"/>
                <a:sym typeface="DM Sans SemiBold"/>
              </a:defRPr>
            </a:lvl2pPr>
            <a:lvl3pPr lvl="2" rtl="0">
              <a:lnSpc>
                <a:spcPct val="100000"/>
              </a:lnSpc>
              <a:spcBef>
                <a:spcPts val="0"/>
              </a:spcBef>
              <a:spcAft>
                <a:spcPts val="0"/>
              </a:spcAft>
              <a:buSzPts val="1800"/>
              <a:buFont typeface="DM Sans SemiBold"/>
              <a:buNone/>
              <a:defRPr sz="2400">
                <a:latin typeface="DM Sans SemiBold"/>
                <a:ea typeface="DM Sans SemiBold"/>
                <a:cs typeface="DM Sans SemiBold"/>
                <a:sym typeface="DM Sans SemiBold"/>
              </a:defRPr>
            </a:lvl3pPr>
            <a:lvl4pPr lvl="3" rtl="0">
              <a:lnSpc>
                <a:spcPct val="100000"/>
              </a:lnSpc>
              <a:spcBef>
                <a:spcPts val="0"/>
              </a:spcBef>
              <a:spcAft>
                <a:spcPts val="0"/>
              </a:spcAft>
              <a:buSzPts val="1800"/>
              <a:buFont typeface="DM Sans SemiBold"/>
              <a:buNone/>
              <a:defRPr sz="2400">
                <a:latin typeface="DM Sans SemiBold"/>
                <a:ea typeface="DM Sans SemiBold"/>
                <a:cs typeface="DM Sans SemiBold"/>
                <a:sym typeface="DM Sans SemiBold"/>
              </a:defRPr>
            </a:lvl4pPr>
            <a:lvl5pPr lvl="4" rtl="0">
              <a:lnSpc>
                <a:spcPct val="100000"/>
              </a:lnSpc>
              <a:spcBef>
                <a:spcPts val="0"/>
              </a:spcBef>
              <a:spcAft>
                <a:spcPts val="0"/>
              </a:spcAft>
              <a:buSzPts val="1800"/>
              <a:buFont typeface="DM Sans SemiBold"/>
              <a:buNone/>
              <a:defRPr sz="2400">
                <a:latin typeface="DM Sans SemiBold"/>
                <a:ea typeface="DM Sans SemiBold"/>
                <a:cs typeface="DM Sans SemiBold"/>
                <a:sym typeface="DM Sans SemiBold"/>
              </a:defRPr>
            </a:lvl5pPr>
            <a:lvl6pPr lvl="5" rtl="0">
              <a:lnSpc>
                <a:spcPct val="100000"/>
              </a:lnSpc>
              <a:spcBef>
                <a:spcPts val="0"/>
              </a:spcBef>
              <a:spcAft>
                <a:spcPts val="0"/>
              </a:spcAft>
              <a:buSzPts val="1800"/>
              <a:buFont typeface="DM Sans SemiBold"/>
              <a:buNone/>
              <a:defRPr sz="2400">
                <a:latin typeface="DM Sans SemiBold"/>
                <a:ea typeface="DM Sans SemiBold"/>
                <a:cs typeface="DM Sans SemiBold"/>
                <a:sym typeface="DM Sans SemiBold"/>
              </a:defRPr>
            </a:lvl6pPr>
            <a:lvl7pPr lvl="6" rtl="0">
              <a:lnSpc>
                <a:spcPct val="100000"/>
              </a:lnSpc>
              <a:spcBef>
                <a:spcPts val="0"/>
              </a:spcBef>
              <a:spcAft>
                <a:spcPts val="0"/>
              </a:spcAft>
              <a:buSzPts val="1800"/>
              <a:buFont typeface="DM Sans SemiBold"/>
              <a:buNone/>
              <a:defRPr sz="2400">
                <a:latin typeface="DM Sans SemiBold"/>
                <a:ea typeface="DM Sans SemiBold"/>
                <a:cs typeface="DM Sans SemiBold"/>
                <a:sym typeface="DM Sans SemiBold"/>
              </a:defRPr>
            </a:lvl7pPr>
            <a:lvl8pPr lvl="7" rtl="0">
              <a:lnSpc>
                <a:spcPct val="100000"/>
              </a:lnSpc>
              <a:spcBef>
                <a:spcPts val="0"/>
              </a:spcBef>
              <a:spcAft>
                <a:spcPts val="0"/>
              </a:spcAft>
              <a:buSzPts val="1800"/>
              <a:buFont typeface="DM Sans SemiBold"/>
              <a:buNone/>
              <a:defRPr sz="2400">
                <a:latin typeface="DM Sans SemiBold"/>
                <a:ea typeface="DM Sans SemiBold"/>
                <a:cs typeface="DM Sans SemiBold"/>
                <a:sym typeface="DM Sans SemiBold"/>
              </a:defRPr>
            </a:lvl8pPr>
            <a:lvl9pPr lvl="8" rtl="0">
              <a:lnSpc>
                <a:spcPct val="100000"/>
              </a:lnSpc>
              <a:spcBef>
                <a:spcPts val="0"/>
              </a:spcBef>
              <a:spcAft>
                <a:spcPts val="0"/>
              </a:spcAft>
              <a:buSzPts val="1800"/>
              <a:buFont typeface="DM Sans SemiBold"/>
              <a:buNone/>
              <a:defRPr sz="2400">
                <a:latin typeface="DM Sans SemiBold"/>
                <a:ea typeface="DM Sans SemiBold"/>
                <a:cs typeface="DM Sans SemiBold"/>
                <a:sym typeface="DM Sans SemiBold"/>
              </a:defRPr>
            </a:lvl9pPr>
          </a:lstStyle>
          <a:p>
            <a:endParaRPr/>
          </a:p>
        </p:txBody>
      </p:sp>
      <p:sp>
        <p:nvSpPr>
          <p:cNvPr id="111" name="Google Shape;111;p17"/>
          <p:cNvSpPr txBox="1">
            <a:spLocks noGrp="1"/>
          </p:cNvSpPr>
          <p:nvPr>
            <p:ph type="subTitle" idx="13"/>
          </p:nvPr>
        </p:nvSpPr>
        <p:spPr>
          <a:xfrm>
            <a:off x="960000" y="5098533"/>
            <a:ext cx="3265600" cy="596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800"/>
              <a:buFont typeface="DM Sans SemiBold"/>
              <a:buNone/>
              <a:defRPr sz="2400">
                <a:solidFill>
                  <a:schemeClr val="dk1"/>
                </a:solidFill>
                <a:latin typeface="DM Sans SemiBold"/>
                <a:ea typeface="DM Sans SemiBold"/>
                <a:cs typeface="DM Sans SemiBold"/>
                <a:sym typeface="DM Sans SemiBold"/>
              </a:defRPr>
            </a:lvl1pPr>
            <a:lvl2pPr lvl="1" rtl="0">
              <a:lnSpc>
                <a:spcPct val="100000"/>
              </a:lnSpc>
              <a:spcBef>
                <a:spcPts val="0"/>
              </a:spcBef>
              <a:spcAft>
                <a:spcPts val="0"/>
              </a:spcAft>
              <a:buSzPts val="1800"/>
              <a:buFont typeface="DM Sans SemiBold"/>
              <a:buNone/>
              <a:defRPr sz="2400">
                <a:latin typeface="DM Sans SemiBold"/>
                <a:ea typeface="DM Sans SemiBold"/>
                <a:cs typeface="DM Sans SemiBold"/>
                <a:sym typeface="DM Sans SemiBold"/>
              </a:defRPr>
            </a:lvl2pPr>
            <a:lvl3pPr lvl="2" rtl="0">
              <a:lnSpc>
                <a:spcPct val="100000"/>
              </a:lnSpc>
              <a:spcBef>
                <a:spcPts val="0"/>
              </a:spcBef>
              <a:spcAft>
                <a:spcPts val="0"/>
              </a:spcAft>
              <a:buSzPts val="1800"/>
              <a:buFont typeface="DM Sans SemiBold"/>
              <a:buNone/>
              <a:defRPr sz="2400">
                <a:latin typeface="DM Sans SemiBold"/>
                <a:ea typeface="DM Sans SemiBold"/>
                <a:cs typeface="DM Sans SemiBold"/>
                <a:sym typeface="DM Sans SemiBold"/>
              </a:defRPr>
            </a:lvl3pPr>
            <a:lvl4pPr lvl="3" rtl="0">
              <a:lnSpc>
                <a:spcPct val="100000"/>
              </a:lnSpc>
              <a:spcBef>
                <a:spcPts val="0"/>
              </a:spcBef>
              <a:spcAft>
                <a:spcPts val="0"/>
              </a:spcAft>
              <a:buSzPts val="1800"/>
              <a:buFont typeface="DM Sans SemiBold"/>
              <a:buNone/>
              <a:defRPr sz="2400">
                <a:latin typeface="DM Sans SemiBold"/>
                <a:ea typeface="DM Sans SemiBold"/>
                <a:cs typeface="DM Sans SemiBold"/>
                <a:sym typeface="DM Sans SemiBold"/>
              </a:defRPr>
            </a:lvl4pPr>
            <a:lvl5pPr lvl="4" rtl="0">
              <a:lnSpc>
                <a:spcPct val="100000"/>
              </a:lnSpc>
              <a:spcBef>
                <a:spcPts val="0"/>
              </a:spcBef>
              <a:spcAft>
                <a:spcPts val="0"/>
              </a:spcAft>
              <a:buSzPts val="1800"/>
              <a:buFont typeface="DM Sans SemiBold"/>
              <a:buNone/>
              <a:defRPr sz="2400">
                <a:latin typeface="DM Sans SemiBold"/>
                <a:ea typeface="DM Sans SemiBold"/>
                <a:cs typeface="DM Sans SemiBold"/>
                <a:sym typeface="DM Sans SemiBold"/>
              </a:defRPr>
            </a:lvl5pPr>
            <a:lvl6pPr lvl="5" rtl="0">
              <a:lnSpc>
                <a:spcPct val="100000"/>
              </a:lnSpc>
              <a:spcBef>
                <a:spcPts val="0"/>
              </a:spcBef>
              <a:spcAft>
                <a:spcPts val="0"/>
              </a:spcAft>
              <a:buSzPts val="1800"/>
              <a:buFont typeface="DM Sans SemiBold"/>
              <a:buNone/>
              <a:defRPr sz="2400">
                <a:latin typeface="DM Sans SemiBold"/>
                <a:ea typeface="DM Sans SemiBold"/>
                <a:cs typeface="DM Sans SemiBold"/>
                <a:sym typeface="DM Sans SemiBold"/>
              </a:defRPr>
            </a:lvl6pPr>
            <a:lvl7pPr lvl="6" rtl="0">
              <a:lnSpc>
                <a:spcPct val="100000"/>
              </a:lnSpc>
              <a:spcBef>
                <a:spcPts val="0"/>
              </a:spcBef>
              <a:spcAft>
                <a:spcPts val="0"/>
              </a:spcAft>
              <a:buSzPts val="1800"/>
              <a:buFont typeface="DM Sans SemiBold"/>
              <a:buNone/>
              <a:defRPr sz="2400">
                <a:latin typeface="DM Sans SemiBold"/>
                <a:ea typeface="DM Sans SemiBold"/>
                <a:cs typeface="DM Sans SemiBold"/>
                <a:sym typeface="DM Sans SemiBold"/>
              </a:defRPr>
            </a:lvl7pPr>
            <a:lvl8pPr lvl="7" rtl="0">
              <a:lnSpc>
                <a:spcPct val="100000"/>
              </a:lnSpc>
              <a:spcBef>
                <a:spcPts val="0"/>
              </a:spcBef>
              <a:spcAft>
                <a:spcPts val="0"/>
              </a:spcAft>
              <a:buSzPts val="1800"/>
              <a:buFont typeface="DM Sans SemiBold"/>
              <a:buNone/>
              <a:defRPr sz="2400">
                <a:latin typeface="DM Sans SemiBold"/>
                <a:ea typeface="DM Sans SemiBold"/>
                <a:cs typeface="DM Sans SemiBold"/>
                <a:sym typeface="DM Sans SemiBold"/>
              </a:defRPr>
            </a:lvl8pPr>
            <a:lvl9pPr lvl="8" rtl="0">
              <a:lnSpc>
                <a:spcPct val="100000"/>
              </a:lnSpc>
              <a:spcBef>
                <a:spcPts val="0"/>
              </a:spcBef>
              <a:spcAft>
                <a:spcPts val="0"/>
              </a:spcAft>
              <a:buSzPts val="1800"/>
              <a:buFont typeface="DM Sans SemiBold"/>
              <a:buNone/>
              <a:defRPr sz="2400">
                <a:latin typeface="DM Sans SemiBold"/>
                <a:ea typeface="DM Sans SemiBold"/>
                <a:cs typeface="DM Sans SemiBold"/>
                <a:sym typeface="DM Sans SemiBold"/>
              </a:defRPr>
            </a:lvl9pPr>
          </a:lstStyle>
          <a:p>
            <a:endParaRPr/>
          </a:p>
        </p:txBody>
      </p:sp>
      <p:sp>
        <p:nvSpPr>
          <p:cNvPr id="112" name="Google Shape;112;p17"/>
          <p:cNvSpPr txBox="1">
            <a:spLocks noGrp="1"/>
          </p:cNvSpPr>
          <p:nvPr>
            <p:ph type="subTitle" idx="14"/>
          </p:nvPr>
        </p:nvSpPr>
        <p:spPr>
          <a:xfrm>
            <a:off x="4467704" y="5098533"/>
            <a:ext cx="3265600" cy="596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800"/>
              <a:buFont typeface="DM Sans SemiBold"/>
              <a:buNone/>
              <a:defRPr sz="2400">
                <a:solidFill>
                  <a:schemeClr val="dk1"/>
                </a:solidFill>
                <a:latin typeface="DM Sans SemiBold"/>
                <a:ea typeface="DM Sans SemiBold"/>
                <a:cs typeface="DM Sans SemiBold"/>
                <a:sym typeface="DM Sans SemiBold"/>
              </a:defRPr>
            </a:lvl1pPr>
            <a:lvl2pPr lvl="1" rtl="0">
              <a:lnSpc>
                <a:spcPct val="100000"/>
              </a:lnSpc>
              <a:spcBef>
                <a:spcPts val="0"/>
              </a:spcBef>
              <a:spcAft>
                <a:spcPts val="0"/>
              </a:spcAft>
              <a:buSzPts val="1800"/>
              <a:buFont typeface="DM Sans SemiBold"/>
              <a:buNone/>
              <a:defRPr sz="2400">
                <a:latin typeface="DM Sans SemiBold"/>
                <a:ea typeface="DM Sans SemiBold"/>
                <a:cs typeface="DM Sans SemiBold"/>
                <a:sym typeface="DM Sans SemiBold"/>
              </a:defRPr>
            </a:lvl2pPr>
            <a:lvl3pPr lvl="2" rtl="0">
              <a:lnSpc>
                <a:spcPct val="100000"/>
              </a:lnSpc>
              <a:spcBef>
                <a:spcPts val="0"/>
              </a:spcBef>
              <a:spcAft>
                <a:spcPts val="0"/>
              </a:spcAft>
              <a:buSzPts val="1800"/>
              <a:buFont typeface="DM Sans SemiBold"/>
              <a:buNone/>
              <a:defRPr sz="2400">
                <a:latin typeface="DM Sans SemiBold"/>
                <a:ea typeface="DM Sans SemiBold"/>
                <a:cs typeface="DM Sans SemiBold"/>
                <a:sym typeface="DM Sans SemiBold"/>
              </a:defRPr>
            </a:lvl3pPr>
            <a:lvl4pPr lvl="3" rtl="0">
              <a:lnSpc>
                <a:spcPct val="100000"/>
              </a:lnSpc>
              <a:spcBef>
                <a:spcPts val="0"/>
              </a:spcBef>
              <a:spcAft>
                <a:spcPts val="0"/>
              </a:spcAft>
              <a:buSzPts val="1800"/>
              <a:buFont typeface="DM Sans SemiBold"/>
              <a:buNone/>
              <a:defRPr sz="2400">
                <a:latin typeface="DM Sans SemiBold"/>
                <a:ea typeface="DM Sans SemiBold"/>
                <a:cs typeface="DM Sans SemiBold"/>
                <a:sym typeface="DM Sans SemiBold"/>
              </a:defRPr>
            </a:lvl4pPr>
            <a:lvl5pPr lvl="4" rtl="0">
              <a:lnSpc>
                <a:spcPct val="100000"/>
              </a:lnSpc>
              <a:spcBef>
                <a:spcPts val="0"/>
              </a:spcBef>
              <a:spcAft>
                <a:spcPts val="0"/>
              </a:spcAft>
              <a:buSzPts val="1800"/>
              <a:buFont typeface="DM Sans SemiBold"/>
              <a:buNone/>
              <a:defRPr sz="2400">
                <a:latin typeface="DM Sans SemiBold"/>
                <a:ea typeface="DM Sans SemiBold"/>
                <a:cs typeface="DM Sans SemiBold"/>
                <a:sym typeface="DM Sans SemiBold"/>
              </a:defRPr>
            </a:lvl5pPr>
            <a:lvl6pPr lvl="5" rtl="0">
              <a:lnSpc>
                <a:spcPct val="100000"/>
              </a:lnSpc>
              <a:spcBef>
                <a:spcPts val="0"/>
              </a:spcBef>
              <a:spcAft>
                <a:spcPts val="0"/>
              </a:spcAft>
              <a:buSzPts val="1800"/>
              <a:buFont typeface="DM Sans SemiBold"/>
              <a:buNone/>
              <a:defRPr sz="2400">
                <a:latin typeface="DM Sans SemiBold"/>
                <a:ea typeface="DM Sans SemiBold"/>
                <a:cs typeface="DM Sans SemiBold"/>
                <a:sym typeface="DM Sans SemiBold"/>
              </a:defRPr>
            </a:lvl6pPr>
            <a:lvl7pPr lvl="6" rtl="0">
              <a:lnSpc>
                <a:spcPct val="100000"/>
              </a:lnSpc>
              <a:spcBef>
                <a:spcPts val="0"/>
              </a:spcBef>
              <a:spcAft>
                <a:spcPts val="0"/>
              </a:spcAft>
              <a:buSzPts val="1800"/>
              <a:buFont typeface="DM Sans SemiBold"/>
              <a:buNone/>
              <a:defRPr sz="2400">
                <a:latin typeface="DM Sans SemiBold"/>
                <a:ea typeface="DM Sans SemiBold"/>
                <a:cs typeface="DM Sans SemiBold"/>
                <a:sym typeface="DM Sans SemiBold"/>
              </a:defRPr>
            </a:lvl7pPr>
            <a:lvl8pPr lvl="7" rtl="0">
              <a:lnSpc>
                <a:spcPct val="100000"/>
              </a:lnSpc>
              <a:spcBef>
                <a:spcPts val="0"/>
              </a:spcBef>
              <a:spcAft>
                <a:spcPts val="0"/>
              </a:spcAft>
              <a:buSzPts val="1800"/>
              <a:buFont typeface="DM Sans SemiBold"/>
              <a:buNone/>
              <a:defRPr sz="2400">
                <a:latin typeface="DM Sans SemiBold"/>
                <a:ea typeface="DM Sans SemiBold"/>
                <a:cs typeface="DM Sans SemiBold"/>
                <a:sym typeface="DM Sans SemiBold"/>
              </a:defRPr>
            </a:lvl8pPr>
            <a:lvl9pPr lvl="8" rtl="0">
              <a:lnSpc>
                <a:spcPct val="100000"/>
              </a:lnSpc>
              <a:spcBef>
                <a:spcPts val="0"/>
              </a:spcBef>
              <a:spcAft>
                <a:spcPts val="0"/>
              </a:spcAft>
              <a:buSzPts val="1800"/>
              <a:buFont typeface="DM Sans SemiBold"/>
              <a:buNone/>
              <a:defRPr sz="2400">
                <a:latin typeface="DM Sans SemiBold"/>
                <a:ea typeface="DM Sans SemiBold"/>
                <a:cs typeface="DM Sans SemiBold"/>
                <a:sym typeface="DM Sans SemiBold"/>
              </a:defRPr>
            </a:lvl9pPr>
          </a:lstStyle>
          <a:p>
            <a:endParaRPr/>
          </a:p>
        </p:txBody>
      </p:sp>
      <p:sp>
        <p:nvSpPr>
          <p:cNvPr id="113" name="Google Shape;113;p17"/>
          <p:cNvSpPr txBox="1">
            <a:spLocks noGrp="1"/>
          </p:cNvSpPr>
          <p:nvPr>
            <p:ph type="subTitle" idx="15"/>
          </p:nvPr>
        </p:nvSpPr>
        <p:spPr>
          <a:xfrm>
            <a:off x="7975441" y="5098533"/>
            <a:ext cx="3265600" cy="596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800"/>
              <a:buFont typeface="DM Sans SemiBold"/>
              <a:buNone/>
              <a:defRPr sz="2400">
                <a:solidFill>
                  <a:schemeClr val="dk1"/>
                </a:solidFill>
                <a:latin typeface="DM Sans SemiBold"/>
                <a:ea typeface="DM Sans SemiBold"/>
                <a:cs typeface="DM Sans SemiBold"/>
                <a:sym typeface="DM Sans SemiBold"/>
              </a:defRPr>
            </a:lvl1pPr>
            <a:lvl2pPr lvl="1" rtl="0">
              <a:lnSpc>
                <a:spcPct val="100000"/>
              </a:lnSpc>
              <a:spcBef>
                <a:spcPts val="0"/>
              </a:spcBef>
              <a:spcAft>
                <a:spcPts val="0"/>
              </a:spcAft>
              <a:buSzPts val="1800"/>
              <a:buFont typeface="DM Sans SemiBold"/>
              <a:buNone/>
              <a:defRPr sz="2400">
                <a:latin typeface="DM Sans SemiBold"/>
                <a:ea typeface="DM Sans SemiBold"/>
                <a:cs typeface="DM Sans SemiBold"/>
                <a:sym typeface="DM Sans SemiBold"/>
              </a:defRPr>
            </a:lvl2pPr>
            <a:lvl3pPr lvl="2" rtl="0">
              <a:lnSpc>
                <a:spcPct val="100000"/>
              </a:lnSpc>
              <a:spcBef>
                <a:spcPts val="0"/>
              </a:spcBef>
              <a:spcAft>
                <a:spcPts val="0"/>
              </a:spcAft>
              <a:buSzPts val="1800"/>
              <a:buFont typeface="DM Sans SemiBold"/>
              <a:buNone/>
              <a:defRPr sz="2400">
                <a:latin typeface="DM Sans SemiBold"/>
                <a:ea typeface="DM Sans SemiBold"/>
                <a:cs typeface="DM Sans SemiBold"/>
                <a:sym typeface="DM Sans SemiBold"/>
              </a:defRPr>
            </a:lvl3pPr>
            <a:lvl4pPr lvl="3" rtl="0">
              <a:lnSpc>
                <a:spcPct val="100000"/>
              </a:lnSpc>
              <a:spcBef>
                <a:spcPts val="0"/>
              </a:spcBef>
              <a:spcAft>
                <a:spcPts val="0"/>
              </a:spcAft>
              <a:buSzPts val="1800"/>
              <a:buFont typeface="DM Sans SemiBold"/>
              <a:buNone/>
              <a:defRPr sz="2400">
                <a:latin typeface="DM Sans SemiBold"/>
                <a:ea typeface="DM Sans SemiBold"/>
                <a:cs typeface="DM Sans SemiBold"/>
                <a:sym typeface="DM Sans SemiBold"/>
              </a:defRPr>
            </a:lvl4pPr>
            <a:lvl5pPr lvl="4" rtl="0">
              <a:lnSpc>
                <a:spcPct val="100000"/>
              </a:lnSpc>
              <a:spcBef>
                <a:spcPts val="0"/>
              </a:spcBef>
              <a:spcAft>
                <a:spcPts val="0"/>
              </a:spcAft>
              <a:buSzPts val="1800"/>
              <a:buFont typeface="DM Sans SemiBold"/>
              <a:buNone/>
              <a:defRPr sz="2400">
                <a:latin typeface="DM Sans SemiBold"/>
                <a:ea typeface="DM Sans SemiBold"/>
                <a:cs typeface="DM Sans SemiBold"/>
                <a:sym typeface="DM Sans SemiBold"/>
              </a:defRPr>
            </a:lvl5pPr>
            <a:lvl6pPr lvl="5" rtl="0">
              <a:lnSpc>
                <a:spcPct val="100000"/>
              </a:lnSpc>
              <a:spcBef>
                <a:spcPts val="0"/>
              </a:spcBef>
              <a:spcAft>
                <a:spcPts val="0"/>
              </a:spcAft>
              <a:buSzPts val="1800"/>
              <a:buFont typeface="DM Sans SemiBold"/>
              <a:buNone/>
              <a:defRPr sz="2400">
                <a:latin typeface="DM Sans SemiBold"/>
                <a:ea typeface="DM Sans SemiBold"/>
                <a:cs typeface="DM Sans SemiBold"/>
                <a:sym typeface="DM Sans SemiBold"/>
              </a:defRPr>
            </a:lvl6pPr>
            <a:lvl7pPr lvl="6" rtl="0">
              <a:lnSpc>
                <a:spcPct val="100000"/>
              </a:lnSpc>
              <a:spcBef>
                <a:spcPts val="0"/>
              </a:spcBef>
              <a:spcAft>
                <a:spcPts val="0"/>
              </a:spcAft>
              <a:buSzPts val="1800"/>
              <a:buFont typeface="DM Sans SemiBold"/>
              <a:buNone/>
              <a:defRPr sz="2400">
                <a:latin typeface="DM Sans SemiBold"/>
                <a:ea typeface="DM Sans SemiBold"/>
                <a:cs typeface="DM Sans SemiBold"/>
                <a:sym typeface="DM Sans SemiBold"/>
              </a:defRPr>
            </a:lvl7pPr>
            <a:lvl8pPr lvl="7" rtl="0">
              <a:lnSpc>
                <a:spcPct val="100000"/>
              </a:lnSpc>
              <a:spcBef>
                <a:spcPts val="0"/>
              </a:spcBef>
              <a:spcAft>
                <a:spcPts val="0"/>
              </a:spcAft>
              <a:buSzPts val="1800"/>
              <a:buFont typeface="DM Sans SemiBold"/>
              <a:buNone/>
              <a:defRPr sz="2400">
                <a:latin typeface="DM Sans SemiBold"/>
                <a:ea typeface="DM Sans SemiBold"/>
                <a:cs typeface="DM Sans SemiBold"/>
                <a:sym typeface="DM Sans SemiBold"/>
              </a:defRPr>
            </a:lvl8pPr>
            <a:lvl9pPr lvl="8" rtl="0">
              <a:lnSpc>
                <a:spcPct val="100000"/>
              </a:lnSpc>
              <a:spcBef>
                <a:spcPts val="0"/>
              </a:spcBef>
              <a:spcAft>
                <a:spcPts val="0"/>
              </a:spcAft>
              <a:buSzPts val="1800"/>
              <a:buFont typeface="DM Sans SemiBold"/>
              <a:buNone/>
              <a:defRPr sz="2400">
                <a:latin typeface="DM Sans SemiBold"/>
                <a:ea typeface="DM Sans SemiBold"/>
                <a:cs typeface="DM Sans SemiBold"/>
                <a:sym typeface="DM Sans SemiBold"/>
              </a:defRPr>
            </a:lvl9pPr>
          </a:lstStyle>
          <a:p>
            <a:endParaRPr/>
          </a:p>
        </p:txBody>
      </p:sp>
      <p:grpSp>
        <p:nvGrpSpPr>
          <p:cNvPr id="114" name="Google Shape;114;p17"/>
          <p:cNvGrpSpPr/>
          <p:nvPr/>
        </p:nvGrpSpPr>
        <p:grpSpPr>
          <a:xfrm>
            <a:off x="-15" y="-16"/>
            <a:ext cx="161217" cy="6862784"/>
            <a:chOff x="-12" y="-12"/>
            <a:chExt cx="120913" cy="5147088"/>
          </a:xfrm>
        </p:grpSpPr>
        <p:sp>
          <p:nvSpPr>
            <p:cNvPr id="115" name="Google Shape;115;p17"/>
            <p:cNvSpPr/>
            <p:nvPr/>
          </p:nvSpPr>
          <p:spPr>
            <a:xfrm rot="5400000" flipH="1">
              <a:off x="-2185650" y="2840525"/>
              <a:ext cx="4492200" cy="1209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Cairo"/>
                <a:ea typeface="Cairo"/>
                <a:cs typeface="Cairo"/>
                <a:sym typeface="Cairo"/>
              </a:endParaRPr>
            </a:p>
          </p:txBody>
        </p:sp>
        <p:sp>
          <p:nvSpPr>
            <p:cNvPr id="116" name="Google Shape;116;p17"/>
            <p:cNvSpPr/>
            <p:nvPr/>
          </p:nvSpPr>
          <p:spPr>
            <a:xfrm rot="5400000" flipH="1">
              <a:off x="-296112" y="296088"/>
              <a:ext cx="713100" cy="1209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Cairo"/>
                <a:ea typeface="Cairo"/>
                <a:cs typeface="Cairo"/>
                <a:sym typeface="Cairo"/>
              </a:endParaRPr>
            </a:p>
          </p:txBody>
        </p:sp>
      </p:grpSp>
    </p:spTree>
    <p:extLst>
      <p:ext uri="{BB962C8B-B14F-4D97-AF65-F5344CB8AC3E}">
        <p14:creationId xmlns:p14="http://schemas.microsoft.com/office/powerpoint/2010/main" val="19435856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28"/>
        <p:cNvGrpSpPr/>
        <p:nvPr/>
      </p:nvGrpSpPr>
      <p:grpSpPr>
        <a:xfrm>
          <a:off x="0" y="0"/>
          <a:ext cx="0" cy="0"/>
          <a:chOff x="0" y="0"/>
          <a:chExt cx="0" cy="0"/>
        </a:xfrm>
      </p:grpSpPr>
      <p:sp>
        <p:nvSpPr>
          <p:cNvPr id="29" name="Google Shape;29;p5"/>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30" name="Google Shape;30;p5"/>
          <p:cNvSpPr txBox="1">
            <a:spLocks noGrp="1"/>
          </p:cNvSpPr>
          <p:nvPr>
            <p:ph type="subTitle" idx="1"/>
          </p:nvPr>
        </p:nvSpPr>
        <p:spPr>
          <a:xfrm>
            <a:off x="6564183" y="3633000"/>
            <a:ext cx="3340800" cy="2050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31" name="Google Shape;31;p5"/>
          <p:cNvSpPr txBox="1">
            <a:spLocks noGrp="1"/>
          </p:cNvSpPr>
          <p:nvPr>
            <p:ph type="subTitle" idx="2"/>
          </p:nvPr>
        </p:nvSpPr>
        <p:spPr>
          <a:xfrm>
            <a:off x="2287017" y="3633000"/>
            <a:ext cx="3340800" cy="2050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32" name="Google Shape;32;p5"/>
          <p:cNvSpPr txBox="1">
            <a:spLocks noGrp="1"/>
          </p:cNvSpPr>
          <p:nvPr>
            <p:ph type="subTitle" idx="3"/>
          </p:nvPr>
        </p:nvSpPr>
        <p:spPr>
          <a:xfrm>
            <a:off x="2287017" y="3137801"/>
            <a:ext cx="3340800" cy="596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1800"/>
              <a:buFont typeface="DM Sans SemiBold"/>
              <a:buNone/>
              <a:defRPr sz="2400">
                <a:solidFill>
                  <a:schemeClr val="dk1"/>
                </a:solidFill>
                <a:latin typeface="DM Sans SemiBold"/>
                <a:ea typeface="DM Sans SemiBold"/>
                <a:cs typeface="DM Sans SemiBold"/>
                <a:sym typeface="DM Sans SemiBold"/>
              </a:defRPr>
            </a:lvl1pPr>
            <a:lvl2pPr lvl="1" algn="ctr" rtl="0">
              <a:lnSpc>
                <a:spcPct val="100000"/>
              </a:lnSpc>
              <a:spcBef>
                <a:spcPts val="0"/>
              </a:spcBef>
              <a:spcAft>
                <a:spcPts val="0"/>
              </a:spcAft>
              <a:buSzPts val="1800"/>
              <a:buFont typeface="DM Sans SemiBold"/>
              <a:buNone/>
              <a:defRPr sz="2400">
                <a:latin typeface="DM Sans SemiBold"/>
                <a:ea typeface="DM Sans SemiBold"/>
                <a:cs typeface="DM Sans SemiBold"/>
                <a:sym typeface="DM Sans SemiBold"/>
              </a:defRPr>
            </a:lvl2pPr>
            <a:lvl3pPr lvl="2" algn="ctr" rtl="0">
              <a:lnSpc>
                <a:spcPct val="100000"/>
              </a:lnSpc>
              <a:spcBef>
                <a:spcPts val="0"/>
              </a:spcBef>
              <a:spcAft>
                <a:spcPts val="0"/>
              </a:spcAft>
              <a:buSzPts val="1800"/>
              <a:buFont typeface="DM Sans SemiBold"/>
              <a:buNone/>
              <a:defRPr sz="2400">
                <a:latin typeface="DM Sans SemiBold"/>
                <a:ea typeface="DM Sans SemiBold"/>
                <a:cs typeface="DM Sans SemiBold"/>
                <a:sym typeface="DM Sans SemiBold"/>
              </a:defRPr>
            </a:lvl3pPr>
            <a:lvl4pPr lvl="3" algn="ctr" rtl="0">
              <a:lnSpc>
                <a:spcPct val="100000"/>
              </a:lnSpc>
              <a:spcBef>
                <a:spcPts val="0"/>
              </a:spcBef>
              <a:spcAft>
                <a:spcPts val="0"/>
              </a:spcAft>
              <a:buSzPts val="1800"/>
              <a:buFont typeface="DM Sans SemiBold"/>
              <a:buNone/>
              <a:defRPr sz="2400">
                <a:latin typeface="DM Sans SemiBold"/>
                <a:ea typeface="DM Sans SemiBold"/>
                <a:cs typeface="DM Sans SemiBold"/>
                <a:sym typeface="DM Sans SemiBold"/>
              </a:defRPr>
            </a:lvl4pPr>
            <a:lvl5pPr lvl="4" algn="ctr" rtl="0">
              <a:lnSpc>
                <a:spcPct val="100000"/>
              </a:lnSpc>
              <a:spcBef>
                <a:spcPts val="0"/>
              </a:spcBef>
              <a:spcAft>
                <a:spcPts val="0"/>
              </a:spcAft>
              <a:buSzPts val="1800"/>
              <a:buFont typeface="DM Sans SemiBold"/>
              <a:buNone/>
              <a:defRPr sz="2400">
                <a:latin typeface="DM Sans SemiBold"/>
                <a:ea typeface="DM Sans SemiBold"/>
                <a:cs typeface="DM Sans SemiBold"/>
                <a:sym typeface="DM Sans SemiBold"/>
              </a:defRPr>
            </a:lvl5pPr>
            <a:lvl6pPr lvl="5" algn="ctr" rtl="0">
              <a:lnSpc>
                <a:spcPct val="100000"/>
              </a:lnSpc>
              <a:spcBef>
                <a:spcPts val="0"/>
              </a:spcBef>
              <a:spcAft>
                <a:spcPts val="0"/>
              </a:spcAft>
              <a:buSzPts val="1800"/>
              <a:buFont typeface="DM Sans SemiBold"/>
              <a:buNone/>
              <a:defRPr sz="2400">
                <a:latin typeface="DM Sans SemiBold"/>
                <a:ea typeface="DM Sans SemiBold"/>
                <a:cs typeface="DM Sans SemiBold"/>
                <a:sym typeface="DM Sans SemiBold"/>
              </a:defRPr>
            </a:lvl6pPr>
            <a:lvl7pPr lvl="6" algn="ctr" rtl="0">
              <a:lnSpc>
                <a:spcPct val="100000"/>
              </a:lnSpc>
              <a:spcBef>
                <a:spcPts val="0"/>
              </a:spcBef>
              <a:spcAft>
                <a:spcPts val="0"/>
              </a:spcAft>
              <a:buSzPts val="1800"/>
              <a:buFont typeface="DM Sans SemiBold"/>
              <a:buNone/>
              <a:defRPr sz="2400">
                <a:latin typeface="DM Sans SemiBold"/>
                <a:ea typeface="DM Sans SemiBold"/>
                <a:cs typeface="DM Sans SemiBold"/>
                <a:sym typeface="DM Sans SemiBold"/>
              </a:defRPr>
            </a:lvl7pPr>
            <a:lvl8pPr lvl="7" algn="ctr" rtl="0">
              <a:lnSpc>
                <a:spcPct val="100000"/>
              </a:lnSpc>
              <a:spcBef>
                <a:spcPts val="0"/>
              </a:spcBef>
              <a:spcAft>
                <a:spcPts val="0"/>
              </a:spcAft>
              <a:buSzPts val="1800"/>
              <a:buFont typeface="DM Sans SemiBold"/>
              <a:buNone/>
              <a:defRPr sz="2400">
                <a:latin typeface="DM Sans SemiBold"/>
                <a:ea typeface="DM Sans SemiBold"/>
                <a:cs typeface="DM Sans SemiBold"/>
                <a:sym typeface="DM Sans SemiBold"/>
              </a:defRPr>
            </a:lvl8pPr>
            <a:lvl9pPr lvl="8" algn="ctr" rtl="0">
              <a:lnSpc>
                <a:spcPct val="100000"/>
              </a:lnSpc>
              <a:spcBef>
                <a:spcPts val="0"/>
              </a:spcBef>
              <a:spcAft>
                <a:spcPts val="0"/>
              </a:spcAft>
              <a:buSzPts val="1800"/>
              <a:buFont typeface="DM Sans SemiBold"/>
              <a:buNone/>
              <a:defRPr sz="2400">
                <a:latin typeface="DM Sans SemiBold"/>
                <a:ea typeface="DM Sans SemiBold"/>
                <a:cs typeface="DM Sans SemiBold"/>
                <a:sym typeface="DM Sans SemiBold"/>
              </a:defRPr>
            </a:lvl9pPr>
          </a:lstStyle>
          <a:p>
            <a:endParaRPr/>
          </a:p>
        </p:txBody>
      </p:sp>
      <p:sp>
        <p:nvSpPr>
          <p:cNvPr id="33" name="Google Shape;33;p5"/>
          <p:cNvSpPr txBox="1">
            <a:spLocks noGrp="1"/>
          </p:cNvSpPr>
          <p:nvPr>
            <p:ph type="subTitle" idx="4"/>
          </p:nvPr>
        </p:nvSpPr>
        <p:spPr>
          <a:xfrm>
            <a:off x="6564184" y="3137801"/>
            <a:ext cx="3340800" cy="596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1800"/>
              <a:buFont typeface="DM Sans SemiBold"/>
              <a:buNone/>
              <a:defRPr sz="2400">
                <a:solidFill>
                  <a:schemeClr val="dk1"/>
                </a:solidFill>
                <a:latin typeface="DM Sans SemiBold"/>
                <a:ea typeface="DM Sans SemiBold"/>
                <a:cs typeface="DM Sans SemiBold"/>
                <a:sym typeface="DM Sans SemiBold"/>
              </a:defRPr>
            </a:lvl1pPr>
            <a:lvl2pPr lvl="1" algn="ctr" rtl="0">
              <a:lnSpc>
                <a:spcPct val="100000"/>
              </a:lnSpc>
              <a:spcBef>
                <a:spcPts val="0"/>
              </a:spcBef>
              <a:spcAft>
                <a:spcPts val="0"/>
              </a:spcAft>
              <a:buSzPts val="1800"/>
              <a:buFont typeface="DM Sans SemiBold"/>
              <a:buNone/>
              <a:defRPr sz="2400">
                <a:latin typeface="DM Sans SemiBold"/>
                <a:ea typeface="DM Sans SemiBold"/>
                <a:cs typeface="DM Sans SemiBold"/>
                <a:sym typeface="DM Sans SemiBold"/>
              </a:defRPr>
            </a:lvl2pPr>
            <a:lvl3pPr lvl="2" algn="ctr" rtl="0">
              <a:lnSpc>
                <a:spcPct val="100000"/>
              </a:lnSpc>
              <a:spcBef>
                <a:spcPts val="0"/>
              </a:spcBef>
              <a:spcAft>
                <a:spcPts val="0"/>
              </a:spcAft>
              <a:buSzPts val="1800"/>
              <a:buFont typeface="DM Sans SemiBold"/>
              <a:buNone/>
              <a:defRPr sz="2400">
                <a:latin typeface="DM Sans SemiBold"/>
                <a:ea typeface="DM Sans SemiBold"/>
                <a:cs typeface="DM Sans SemiBold"/>
                <a:sym typeface="DM Sans SemiBold"/>
              </a:defRPr>
            </a:lvl3pPr>
            <a:lvl4pPr lvl="3" algn="ctr" rtl="0">
              <a:lnSpc>
                <a:spcPct val="100000"/>
              </a:lnSpc>
              <a:spcBef>
                <a:spcPts val="0"/>
              </a:spcBef>
              <a:spcAft>
                <a:spcPts val="0"/>
              </a:spcAft>
              <a:buSzPts val="1800"/>
              <a:buFont typeface="DM Sans SemiBold"/>
              <a:buNone/>
              <a:defRPr sz="2400">
                <a:latin typeface="DM Sans SemiBold"/>
                <a:ea typeface="DM Sans SemiBold"/>
                <a:cs typeface="DM Sans SemiBold"/>
                <a:sym typeface="DM Sans SemiBold"/>
              </a:defRPr>
            </a:lvl4pPr>
            <a:lvl5pPr lvl="4" algn="ctr" rtl="0">
              <a:lnSpc>
                <a:spcPct val="100000"/>
              </a:lnSpc>
              <a:spcBef>
                <a:spcPts val="0"/>
              </a:spcBef>
              <a:spcAft>
                <a:spcPts val="0"/>
              </a:spcAft>
              <a:buSzPts val="1800"/>
              <a:buFont typeface="DM Sans SemiBold"/>
              <a:buNone/>
              <a:defRPr sz="2400">
                <a:latin typeface="DM Sans SemiBold"/>
                <a:ea typeface="DM Sans SemiBold"/>
                <a:cs typeface="DM Sans SemiBold"/>
                <a:sym typeface="DM Sans SemiBold"/>
              </a:defRPr>
            </a:lvl5pPr>
            <a:lvl6pPr lvl="5" algn="ctr" rtl="0">
              <a:lnSpc>
                <a:spcPct val="100000"/>
              </a:lnSpc>
              <a:spcBef>
                <a:spcPts val="0"/>
              </a:spcBef>
              <a:spcAft>
                <a:spcPts val="0"/>
              </a:spcAft>
              <a:buSzPts val="1800"/>
              <a:buFont typeface="DM Sans SemiBold"/>
              <a:buNone/>
              <a:defRPr sz="2400">
                <a:latin typeface="DM Sans SemiBold"/>
                <a:ea typeface="DM Sans SemiBold"/>
                <a:cs typeface="DM Sans SemiBold"/>
                <a:sym typeface="DM Sans SemiBold"/>
              </a:defRPr>
            </a:lvl6pPr>
            <a:lvl7pPr lvl="6" algn="ctr" rtl="0">
              <a:lnSpc>
                <a:spcPct val="100000"/>
              </a:lnSpc>
              <a:spcBef>
                <a:spcPts val="0"/>
              </a:spcBef>
              <a:spcAft>
                <a:spcPts val="0"/>
              </a:spcAft>
              <a:buSzPts val="1800"/>
              <a:buFont typeface="DM Sans SemiBold"/>
              <a:buNone/>
              <a:defRPr sz="2400">
                <a:latin typeface="DM Sans SemiBold"/>
                <a:ea typeface="DM Sans SemiBold"/>
                <a:cs typeface="DM Sans SemiBold"/>
                <a:sym typeface="DM Sans SemiBold"/>
              </a:defRPr>
            </a:lvl7pPr>
            <a:lvl8pPr lvl="7" algn="ctr" rtl="0">
              <a:lnSpc>
                <a:spcPct val="100000"/>
              </a:lnSpc>
              <a:spcBef>
                <a:spcPts val="0"/>
              </a:spcBef>
              <a:spcAft>
                <a:spcPts val="0"/>
              </a:spcAft>
              <a:buSzPts val="1800"/>
              <a:buFont typeface="DM Sans SemiBold"/>
              <a:buNone/>
              <a:defRPr sz="2400">
                <a:latin typeface="DM Sans SemiBold"/>
                <a:ea typeface="DM Sans SemiBold"/>
                <a:cs typeface="DM Sans SemiBold"/>
                <a:sym typeface="DM Sans SemiBold"/>
              </a:defRPr>
            </a:lvl8pPr>
            <a:lvl9pPr lvl="8" algn="ctr" rtl="0">
              <a:lnSpc>
                <a:spcPct val="100000"/>
              </a:lnSpc>
              <a:spcBef>
                <a:spcPts val="0"/>
              </a:spcBef>
              <a:spcAft>
                <a:spcPts val="0"/>
              </a:spcAft>
              <a:buSzPts val="1800"/>
              <a:buFont typeface="DM Sans SemiBold"/>
              <a:buNone/>
              <a:defRPr sz="2400">
                <a:latin typeface="DM Sans SemiBold"/>
                <a:ea typeface="DM Sans SemiBold"/>
                <a:cs typeface="DM Sans SemiBold"/>
                <a:sym typeface="DM Sans SemiBold"/>
              </a:defRPr>
            </a:lvl9pPr>
          </a:lstStyle>
          <a:p>
            <a:endParaRPr/>
          </a:p>
        </p:txBody>
      </p:sp>
      <p:grpSp>
        <p:nvGrpSpPr>
          <p:cNvPr id="34" name="Google Shape;34;p5"/>
          <p:cNvGrpSpPr/>
          <p:nvPr/>
        </p:nvGrpSpPr>
        <p:grpSpPr>
          <a:xfrm>
            <a:off x="-15" y="-16"/>
            <a:ext cx="161217" cy="6862784"/>
            <a:chOff x="-12" y="-12"/>
            <a:chExt cx="120913" cy="5147088"/>
          </a:xfrm>
        </p:grpSpPr>
        <p:sp>
          <p:nvSpPr>
            <p:cNvPr id="35" name="Google Shape;35;p5"/>
            <p:cNvSpPr/>
            <p:nvPr/>
          </p:nvSpPr>
          <p:spPr>
            <a:xfrm rot="5400000" flipH="1">
              <a:off x="-2185650" y="2840525"/>
              <a:ext cx="4492200" cy="1209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Cairo"/>
                <a:ea typeface="Cairo"/>
                <a:cs typeface="Cairo"/>
                <a:sym typeface="Cairo"/>
              </a:endParaRPr>
            </a:p>
          </p:txBody>
        </p:sp>
        <p:sp>
          <p:nvSpPr>
            <p:cNvPr id="36" name="Google Shape;36;p5"/>
            <p:cNvSpPr/>
            <p:nvPr/>
          </p:nvSpPr>
          <p:spPr>
            <a:xfrm rot="5400000" flipH="1">
              <a:off x="-296112" y="296088"/>
              <a:ext cx="713100" cy="1209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Cairo"/>
                <a:ea typeface="Cairo"/>
                <a:cs typeface="Cairo"/>
                <a:sym typeface="Cairo"/>
              </a:endParaRPr>
            </a:p>
          </p:txBody>
        </p:sp>
      </p:grpSp>
      <p:cxnSp>
        <p:nvCxnSpPr>
          <p:cNvPr id="37" name="Google Shape;37;p5"/>
          <p:cNvCxnSpPr/>
          <p:nvPr/>
        </p:nvCxnSpPr>
        <p:spPr>
          <a:xfrm rot="10800000">
            <a:off x="10668000" y="719333"/>
            <a:ext cx="1524000" cy="0"/>
          </a:xfrm>
          <a:prstGeom prst="straightConnector1">
            <a:avLst/>
          </a:prstGeom>
          <a:noFill/>
          <a:ln w="9525" cap="flat" cmpd="sng">
            <a:solidFill>
              <a:schemeClr val="accent5"/>
            </a:solidFill>
            <a:prstDash val="solid"/>
            <a:round/>
            <a:headEnd type="none" w="med" len="med"/>
            <a:tailEnd type="oval" w="med" len="med"/>
          </a:ln>
        </p:spPr>
      </p:cxnSp>
    </p:spTree>
    <p:extLst>
      <p:ext uri="{BB962C8B-B14F-4D97-AF65-F5344CB8AC3E}">
        <p14:creationId xmlns:p14="http://schemas.microsoft.com/office/powerpoint/2010/main" val="112115642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hree columns">
  <p:cSld name="Title and three columns">
    <p:spTree>
      <p:nvGrpSpPr>
        <p:cNvPr id="1" name="Shape 117"/>
        <p:cNvGrpSpPr/>
        <p:nvPr/>
      </p:nvGrpSpPr>
      <p:grpSpPr>
        <a:xfrm>
          <a:off x="0" y="0"/>
          <a:ext cx="0" cy="0"/>
          <a:chOff x="0" y="0"/>
          <a:chExt cx="0" cy="0"/>
        </a:xfrm>
      </p:grpSpPr>
      <p:sp>
        <p:nvSpPr>
          <p:cNvPr id="118" name="Google Shape;118;p18"/>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19" name="Google Shape;119;p18"/>
          <p:cNvSpPr txBox="1">
            <a:spLocks noGrp="1"/>
          </p:cNvSpPr>
          <p:nvPr>
            <p:ph type="subTitle" idx="1"/>
          </p:nvPr>
        </p:nvSpPr>
        <p:spPr>
          <a:xfrm>
            <a:off x="960067" y="3632999"/>
            <a:ext cx="3074000" cy="2002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20" name="Google Shape;120;p18"/>
          <p:cNvSpPr txBox="1">
            <a:spLocks noGrp="1"/>
          </p:cNvSpPr>
          <p:nvPr>
            <p:ph type="subTitle" idx="2"/>
          </p:nvPr>
        </p:nvSpPr>
        <p:spPr>
          <a:xfrm>
            <a:off x="4559003" y="3632999"/>
            <a:ext cx="3074000" cy="2002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21" name="Google Shape;121;p18"/>
          <p:cNvSpPr txBox="1">
            <a:spLocks noGrp="1"/>
          </p:cNvSpPr>
          <p:nvPr>
            <p:ph type="subTitle" idx="3"/>
          </p:nvPr>
        </p:nvSpPr>
        <p:spPr>
          <a:xfrm>
            <a:off x="8157948" y="3632999"/>
            <a:ext cx="3074000" cy="2002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22" name="Google Shape;122;p18"/>
          <p:cNvSpPr txBox="1">
            <a:spLocks noGrp="1"/>
          </p:cNvSpPr>
          <p:nvPr>
            <p:ph type="subTitle" idx="4"/>
          </p:nvPr>
        </p:nvSpPr>
        <p:spPr>
          <a:xfrm>
            <a:off x="960067" y="3137800"/>
            <a:ext cx="3074000" cy="596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1800"/>
              <a:buFont typeface="DM Sans SemiBold"/>
              <a:buNone/>
              <a:defRPr sz="2400">
                <a:latin typeface="DM Sans SemiBold"/>
                <a:ea typeface="DM Sans SemiBold"/>
                <a:cs typeface="DM Sans SemiBold"/>
                <a:sym typeface="DM Sans SemiBold"/>
              </a:defRPr>
            </a:lvl1pPr>
            <a:lvl2pPr lvl="1" algn="ctr" rtl="0">
              <a:lnSpc>
                <a:spcPct val="100000"/>
              </a:lnSpc>
              <a:spcBef>
                <a:spcPts val="0"/>
              </a:spcBef>
              <a:spcAft>
                <a:spcPts val="0"/>
              </a:spcAft>
              <a:buSzPts val="1800"/>
              <a:buFont typeface="DM Sans SemiBold"/>
              <a:buNone/>
              <a:defRPr sz="2400">
                <a:latin typeface="DM Sans SemiBold"/>
                <a:ea typeface="DM Sans SemiBold"/>
                <a:cs typeface="DM Sans SemiBold"/>
                <a:sym typeface="DM Sans SemiBold"/>
              </a:defRPr>
            </a:lvl2pPr>
            <a:lvl3pPr lvl="2" algn="ctr" rtl="0">
              <a:lnSpc>
                <a:spcPct val="100000"/>
              </a:lnSpc>
              <a:spcBef>
                <a:spcPts val="0"/>
              </a:spcBef>
              <a:spcAft>
                <a:spcPts val="0"/>
              </a:spcAft>
              <a:buSzPts val="1800"/>
              <a:buFont typeface="DM Sans SemiBold"/>
              <a:buNone/>
              <a:defRPr sz="2400">
                <a:latin typeface="DM Sans SemiBold"/>
                <a:ea typeface="DM Sans SemiBold"/>
                <a:cs typeface="DM Sans SemiBold"/>
                <a:sym typeface="DM Sans SemiBold"/>
              </a:defRPr>
            </a:lvl3pPr>
            <a:lvl4pPr lvl="3" algn="ctr" rtl="0">
              <a:lnSpc>
                <a:spcPct val="100000"/>
              </a:lnSpc>
              <a:spcBef>
                <a:spcPts val="0"/>
              </a:spcBef>
              <a:spcAft>
                <a:spcPts val="0"/>
              </a:spcAft>
              <a:buSzPts val="1800"/>
              <a:buFont typeface="DM Sans SemiBold"/>
              <a:buNone/>
              <a:defRPr sz="2400">
                <a:latin typeface="DM Sans SemiBold"/>
                <a:ea typeface="DM Sans SemiBold"/>
                <a:cs typeface="DM Sans SemiBold"/>
                <a:sym typeface="DM Sans SemiBold"/>
              </a:defRPr>
            </a:lvl4pPr>
            <a:lvl5pPr lvl="4" algn="ctr" rtl="0">
              <a:lnSpc>
                <a:spcPct val="100000"/>
              </a:lnSpc>
              <a:spcBef>
                <a:spcPts val="0"/>
              </a:spcBef>
              <a:spcAft>
                <a:spcPts val="0"/>
              </a:spcAft>
              <a:buSzPts val="1800"/>
              <a:buFont typeface="DM Sans SemiBold"/>
              <a:buNone/>
              <a:defRPr sz="2400">
                <a:latin typeface="DM Sans SemiBold"/>
                <a:ea typeface="DM Sans SemiBold"/>
                <a:cs typeface="DM Sans SemiBold"/>
                <a:sym typeface="DM Sans SemiBold"/>
              </a:defRPr>
            </a:lvl5pPr>
            <a:lvl6pPr lvl="5" algn="ctr" rtl="0">
              <a:lnSpc>
                <a:spcPct val="100000"/>
              </a:lnSpc>
              <a:spcBef>
                <a:spcPts val="0"/>
              </a:spcBef>
              <a:spcAft>
                <a:spcPts val="0"/>
              </a:spcAft>
              <a:buSzPts val="1800"/>
              <a:buFont typeface="DM Sans SemiBold"/>
              <a:buNone/>
              <a:defRPr sz="2400">
                <a:latin typeface="DM Sans SemiBold"/>
                <a:ea typeface="DM Sans SemiBold"/>
                <a:cs typeface="DM Sans SemiBold"/>
                <a:sym typeface="DM Sans SemiBold"/>
              </a:defRPr>
            </a:lvl6pPr>
            <a:lvl7pPr lvl="6" algn="ctr" rtl="0">
              <a:lnSpc>
                <a:spcPct val="100000"/>
              </a:lnSpc>
              <a:spcBef>
                <a:spcPts val="0"/>
              </a:spcBef>
              <a:spcAft>
                <a:spcPts val="0"/>
              </a:spcAft>
              <a:buSzPts val="1800"/>
              <a:buFont typeface="DM Sans SemiBold"/>
              <a:buNone/>
              <a:defRPr sz="2400">
                <a:latin typeface="DM Sans SemiBold"/>
                <a:ea typeface="DM Sans SemiBold"/>
                <a:cs typeface="DM Sans SemiBold"/>
                <a:sym typeface="DM Sans SemiBold"/>
              </a:defRPr>
            </a:lvl7pPr>
            <a:lvl8pPr lvl="7" algn="ctr" rtl="0">
              <a:lnSpc>
                <a:spcPct val="100000"/>
              </a:lnSpc>
              <a:spcBef>
                <a:spcPts val="0"/>
              </a:spcBef>
              <a:spcAft>
                <a:spcPts val="0"/>
              </a:spcAft>
              <a:buSzPts val="1800"/>
              <a:buFont typeface="DM Sans SemiBold"/>
              <a:buNone/>
              <a:defRPr sz="2400">
                <a:latin typeface="DM Sans SemiBold"/>
                <a:ea typeface="DM Sans SemiBold"/>
                <a:cs typeface="DM Sans SemiBold"/>
                <a:sym typeface="DM Sans SemiBold"/>
              </a:defRPr>
            </a:lvl8pPr>
            <a:lvl9pPr lvl="8" algn="ctr" rtl="0">
              <a:lnSpc>
                <a:spcPct val="100000"/>
              </a:lnSpc>
              <a:spcBef>
                <a:spcPts val="0"/>
              </a:spcBef>
              <a:spcAft>
                <a:spcPts val="0"/>
              </a:spcAft>
              <a:buSzPts val="1800"/>
              <a:buFont typeface="DM Sans SemiBold"/>
              <a:buNone/>
              <a:defRPr sz="2400">
                <a:latin typeface="DM Sans SemiBold"/>
                <a:ea typeface="DM Sans SemiBold"/>
                <a:cs typeface="DM Sans SemiBold"/>
                <a:sym typeface="DM Sans SemiBold"/>
              </a:defRPr>
            </a:lvl9pPr>
          </a:lstStyle>
          <a:p>
            <a:endParaRPr/>
          </a:p>
        </p:txBody>
      </p:sp>
      <p:sp>
        <p:nvSpPr>
          <p:cNvPr id="123" name="Google Shape;123;p18"/>
          <p:cNvSpPr txBox="1">
            <a:spLocks noGrp="1"/>
          </p:cNvSpPr>
          <p:nvPr>
            <p:ph type="subTitle" idx="5"/>
          </p:nvPr>
        </p:nvSpPr>
        <p:spPr>
          <a:xfrm>
            <a:off x="4559008" y="3137800"/>
            <a:ext cx="3074000" cy="596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1800"/>
              <a:buFont typeface="DM Sans SemiBold"/>
              <a:buNone/>
              <a:defRPr sz="2400">
                <a:latin typeface="DM Sans SemiBold"/>
                <a:ea typeface="DM Sans SemiBold"/>
                <a:cs typeface="DM Sans SemiBold"/>
                <a:sym typeface="DM Sans SemiBold"/>
              </a:defRPr>
            </a:lvl1pPr>
            <a:lvl2pPr lvl="1" algn="ctr" rtl="0">
              <a:lnSpc>
                <a:spcPct val="100000"/>
              </a:lnSpc>
              <a:spcBef>
                <a:spcPts val="0"/>
              </a:spcBef>
              <a:spcAft>
                <a:spcPts val="0"/>
              </a:spcAft>
              <a:buSzPts val="1800"/>
              <a:buFont typeface="DM Sans SemiBold"/>
              <a:buNone/>
              <a:defRPr sz="2400">
                <a:latin typeface="DM Sans SemiBold"/>
                <a:ea typeface="DM Sans SemiBold"/>
                <a:cs typeface="DM Sans SemiBold"/>
                <a:sym typeface="DM Sans SemiBold"/>
              </a:defRPr>
            </a:lvl2pPr>
            <a:lvl3pPr lvl="2" algn="ctr" rtl="0">
              <a:lnSpc>
                <a:spcPct val="100000"/>
              </a:lnSpc>
              <a:spcBef>
                <a:spcPts val="0"/>
              </a:spcBef>
              <a:spcAft>
                <a:spcPts val="0"/>
              </a:spcAft>
              <a:buSzPts val="1800"/>
              <a:buFont typeface="DM Sans SemiBold"/>
              <a:buNone/>
              <a:defRPr sz="2400">
                <a:latin typeface="DM Sans SemiBold"/>
                <a:ea typeface="DM Sans SemiBold"/>
                <a:cs typeface="DM Sans SemiBold"/>
                <a:sym typeface="DM Sans SemiBold"/>
              </a:defRPr>
            </a:lvl3pPr>
            <a:lvl4pPr lvl="3" algn="ctr" rtl="0">
              <a:lnSpc>
                <a:spcPct val="100000"/>
              </a:lnSpc>
              <a:spcBef>
                <a:spcPts val="0"/>
              </a:spcBef>
              <a:spcAft>
                <a:spcPts val="0"/>
              </a:spcAft>
              <a:buSzPts val="1800"/>
              <a:buFont typeface="DM Sans SemiBold"/>
              <a:buNone/>
              <a:defRPr sz="2400">
                <a:latin typeface="DM Sans SemiBold"/>
                <a:ea typeface="DM Sans SemiBold"/>
                <a:cs typeface="DM Sans SemiBold"/>
                <a:sym typeface="DM Sans SemiBold"/>
              </a:defRPr>
            </a:lvl4pPr>
            <a:lvl5pPr lvl="4" algn="ctr" rtl="0">
              <a:lnSpc>
                <a:spcPct val="100000"/>
              </a:lnSpc>
              <a:spcBef>
                <a:spcPts val="0"/>
              </a:spcBef>
              <a:spcAft>
                <a:spcPts val="0"/>
              </a:spcAft>
              <a:buSzPts val="1800"/>
              <a:buFont typeface="DM Sans SemiBold"/>
              <a:buNone/>
              <a:defRPr sz="2400">
                <a:latin typeface="DM Sans SemiBold"/>
                <a:ea typeface="DM Sans SemiBold"/>
                <a:cs typeface="DM Sans SemiBold"/>
                <a:sym typeface="DM Sans SemiBold"/>
              </a:defRPr>
            </a:lvl5pPr>
            <a:lvl6pPr lvl="5" algn="ctr" rtl="0">
              <a:lnSpc>
                <a:spcPct val="100000"/>
              </a:lnSpc>
              <a:spcBef>
                <a:spcPts val="0"/>
              </a:spcBef>
              <a:spcAft>
                <a:spcPts val="0"/>
              </a:spcAft>
              <a:buSzPts val="1800"/>
              <a:buFont typeface="DM Sans SemiBold"/>
              <a:buNone/>
              <a:defRPr sz="2400">
                <a:latin typeface="DM Sans SemiBold"/>
                <a:ea typeface="DM Sans SemiBold"/>
                <a:cs typeface="DM Sans SemiBold"/>
                <a:sym typeface="DM Sans SemiBold"/>
              </a:defRPr>
            </a:lvl6pPr>
            <a:lvl7pPr lvl="6" algn="ctr" rtl="0">
              <a:lnSpc>
                <a:spcPct val="100000"/>
              </a:lnSpc>
              <a:spcBef>
                <a:spcPts val="0"/>
              </a:spcBef>
              <a:spcAft>
                <a:spcPts val="0"/>
              </a:spcAft>
              <a:buSzPts val="1800"/>
              <a:buFont typeface="DM Sans SemiBold"/>
              <a:buNone/>
              <a:defRPr sz="2400">
                <a:latin typeface="DM Sans SemiBold"/>
                <a:ea typeface="DM Sans SemiBold"/>
                <a:cs typeface="DM Sans SemiBold"/>
                <a:sym typeface="DM Sans SemiBold"/>
              </a:defRPr>
            </a:lvl7pPr>
            <a:lvl8pPr lvl="7" algn="ctr" rtl="0">
              <a:lnSpc>
                <a:spcPct val="100000"/>
              </a:lnSpc>
              <a:spcBef>
                <a:spcPts val="0"/>
              </a:spcBef>
              <a:spcAft>
                <a:spcPts val="0"/>
              </a:spcAft>
              <a:buSzPts val="1800"/>
              <a:buFont typeface="DM Sans SemiBold"/>
              <a:buNone/>
              <a:defRPr sz="2400">
                <a:latin typeface="DM Sans SemiBold"/>
                <a:ea typeface="DM Sans SemiBold"/>
                <a:cs typeface="DM Sans SemiBold"/>
                <a:sym typeface="DM Sans SemiBold"/>
              </a:defRPr>
            </a:lvl8pPr>
            <a:lvl9pPr lvl="8" algn="ctr" rtl="0">
              <a:lnSpc>
                <a:spcPct val="100000"/>
              </a:lnSpc>
              <a:spcBef>
                <a:spcPts val="0"/>
              </a:spcBef>
              <a:spcAft>
                <a:spcPts val="0"/>
              </a:spcAft>
              <a:buSzPts val="1800"/>
              <a:buFont typeface="DM Sans SemiBold"/>
              <a:buNone/>
              <a:defRPr sz="2400">
                <a:latin typeface="DM Sans SemiBold"/>
                <a:ea typeface="DM Sans SemiBold"/>
                <a:cs typeface="DM Sans SemiBold"/>
                <a:sym typeface="DM Sans SemiBold"/>
              </a:defRPr>
            </a:lvl9pPr>
          </a:lstStyle>
          <a:p>
            <a:endParaRPr/>
          </a:p>
        </p:txBody>
      </p:sp>
      <p:sp>
        <p:nvSpPr>
          <p:cNvPr id="124" name="Google Shape;124;p18"/>
          <p:cNvSpPr txBox="1">
            <a:spLocks noGrp="1"/>
          </p:cNvSpPr>
          <p:nvPr>
            <p:ph type="subTitle" idx="6"/>
          </p:nvPr>
        </p:nvSpPr>
        <p:spPr>
          <a:xfrm>
            <a:off x="8157949" y="3137800"/>
            <a:ext cx="3074000" cy="596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1800"/>
              <a:buFont typeface="DM Sans SemiBold"/>
              <a:buNone/>
              <a:defRPr sz="2400">
                <a:latin typeface="DM Sans SemiBold"/>
                <a:ea typeface="DM Sans SemiBold"/>
                <a:cs typeface="DM Sans SemiBold"/>
                <a:sym typeface="DM Sans SemiBold"/>
              </a:defRPr>
            </a:lvl1pPr>
            <a:lvl2pPr lvl="1" algn="ctr" rtl="0">
              <a:lnSpc>
                <a:spcPct val="100000"/>
              </a:lnSpc>
              <a:spcBef>
                <a:spcPts val="0"/>
              </a:spcBef>
              <a:spcAft>
                <a:spcPts val="0"/>
              </a:spcAft>
              <a:buSzPts val="1800"/>
              <a:buFont typeface="DM Sans SemiBold"/>
              <a:buNone/>
              <a:defRPr sz="2400">
                <a:latin typeface="DM Sans SemiBold"/>
                <a:ea typeface="DM Sans SemiBold"/>
                <a:cs typeface="DM Sans SemiBold"/>
                <a:sym typeface="DM Sans SemiBold"/>
              </a:defRPr>
            </a:lvl2pPr>
            <a:lvl3pPr lvl="2" algn="ctr" rtl="0">
              <a:lnSpc>
                <a:spcPct val="100000"/>
              </a:lnSpc>
              <a:spcBef>
                <a:spcPts val="0"/>
              </a:spcBef>
              <a:spcAft>
                <a:spcPts val="0"/>
              </a:spcAft>
              <a:buSzPts val="1800"/>
              <a:buFont typeface="DM Sans SemiBold"/>
              <a:buNone/>
              <a:defRPr sz="2400">
                <a:latin typeface="DM Sans SemiBold"/>
                <a:ea typeface="DM Sans SemiBold"/>
                <a:cs typeface="DM Sans SemiBold"/>
                <a:sym typeface="DM Sans SemiBold"/>
              </a:defRPr>
            </a:lvl3pPr>
            <a:lvl4pPr lvl="3" algn="ctr" rtl="0">
              <a:lnSpc>
                <a:spcPct val="100000"/>
              </a:lnSpc>
              <a:spcBef>
                <a:spcPts val="0"/>
              </a:spcBef>
              <a:spcAft>
                <a:spcPts val="0"/>
              </a:spcAft>
              <a:buSzPts val="1800"/>
              <a:buFont typeface="DM Sans SemiBold"/>
              <a:buNone/>
              <a:defRPr sz="2400">
                <a:latin typeface="DM Sans SemiBold"/>
                <a:ea typeface="DM Sans SemiBold"/>
                <a:cs typeface="DM Sans SemiBold"/>
                <a:sym typeface="DM Sans SemiBold"/>
              </a:defRPr>
            </a:lvl4pPr>
            <a:lvl5pPr lvl="4" algn="ctr" rtl="0">
              <a:lnSpc>
                <a:spcPct val="100000"/>
              </a:lnSpc>
              <a:spcBef>
                <a:spcPts val="0"/>
              </a:spcBef>
              <a:spcAft>
                <a:spcPts val="0"/>
              </a:spcAft>
              <a:buSzPts val="1800"/>
              <a:buFont typeface="DM Sans SemiBold"/>
              <a:buNone/>
              <a:defRPr sz="2400">
                <a:latin typeface="DM Sans SemiBold"/>
                <a:ea typeface="DM Sans SemiBold"/>
                <a:cs typeface="DM Sans SemiBold"/>
                <a:sym typeface="DM Sans SemiBold"/>
              </a:defRPr>
            </a:lvl5pPr>
            <a:lvl6pPr lvl="5" algn="ctr" rtl="0">
              <a:lnSpc>
                <a:spcPct val="100000"/>
              </a:lnSpc>
              <a:spcBef>
                <a:spcPts val="0"/>
              </a:spcBef>
              <a:spcAft>
                <a:spcPts val="0"/>
              </a:spcAft>
              <a:buSzPts val="1800"/>
              <a:buFont typeface="DM Sans SemiBold"/>
              <a:buNone/>
              <a:defRPr sz="2400">
                <a:latin typeface="DM Sans SemiBold"/>
                <a:ea typeface="DM Sans SemiBold"/>
                <a:cs typeface="DM Sans SemiBold"/>
                <a:sym typeface="DM Sans SemiBold"/>
              </a:defRPr>
            </a:lvl6pPr>
            <a:lvl7pPr lvl="6" algn="ctr" rtl="0">
              <a:lnSpc>
                <a:spcPct val="100000"/>
              </a:lnSpc>
              <a:spcBef>
                <a:spcPts val="0"/>
              </a:spcBef>
              <a:spcAft>
                <a:spcPts val="0"/>
              </a:spcAft>
              <a:buSzPts val="1800"/>
              <a:buFont typeface="DM Sans SemiBold"/>
              <a:buNone/>
              <a:defRPr sz="2400">
                <a:latin typeface="DM Sans SemiBold"/>
                <a:ea typeface="DM Sans SemiBold"/>
                <a:cs typeface="DM Sans SemiBold"/>
                <a:sym typeface="DM Sans SemiBold"/>
              </a:defRPr>
            </a:lvl7pPr>
            <a:lvl8pPr lvl="7" algn="ctr" rtl="0">
              <a:lnSpc>
                <a:spcPct val="100000"/>
              </a:lnSpc>
              <a:spcBef>
                <a:spcPts val="0"/>
              </a:spcBef>
              <a:spcAft>
                <a:spcPts val="0"/>
              </a:spcAft>
              <a:buSzPts val="1800"/>
              <a:buFont typeface="DM Sans SemiBold"/>
              <a:buNone/>
              <a:defRPr sz="2400">
                <a:latin typeface="DM Sans SemiBold"/>
                <a:ea typeface="DM Sans SemiBold"/>
                <a:cs typeface="DM Sans SemiBold"/>
                <a:sym typeface="DM Sans SemiBold"/>
              </a:defRPr>
            </a:lvl8pPr>
            <a:lvl9pPr lvl="8" algn="ctr" rtl="0">
              <a:lnSpc>
                <a:spcPct val="100000"/>
              </a:lnSpc>
              <a:spcBef>
                <a:spcPts val="0"/>
              </a:spcBef>
              <a:spcAft>
                <a:spcPts val="0"/>
              </a:spcAft>
              <a:buSzPts val="1800"/>
              <a:buFont typeface="DM Sans SemiBold"/>
              <a:buNone/>
              <a:defRPr sz="2400">
                <a:latin typeface="DM Sans SemiBold"/>
                <a:ea typeface="DM Sans SemiBold"/>
                <a:cs typeface="DM Sans SemiBold"/>
                <a:sym typeface="DM Sans SemiBold"/>
              </a:defRPr>
            </a:lvl9pPr>
          </a:lstStyle>
          <a:p>
            <a:endParaRPr/>
          </a:p>
        </p:txBody>
      </p:sp>
      <p:grpSp>
        <p:nvGrpSpPr>
          <p:cNvPr id="125" name="Google Shape;125;p18"/>
          <p:cNvGrpSpPr/>
          <p:nvPr/>
        </p:nvGrpSpPr>
        <p:grpSpPr>
          <a:xfrm>
            <a:off x="168" y="6696800"/>
            <a:ext cx="12191833" cy="161200"/>
            <a:chOff x="125" y="0"/>
            <a:chExt cx="9143875" cy="120900"/>
          </a:xfrm>
        </p:grpSpPr>
        <p:sp>
          <p:nvSpPr>
            <p:cNvPr id="126" name="Google Shape;126;p18"/>
            <p:cNvSpPr/>
            <p:nvPr/>
          </p:nvSpPr>
          <p:spPr>
            <a:xfrm flipH="1">
              <a:off x="654900" y="0"/>
              <a:ext cx="8489100" cy="1209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Cairo"/>
                <a:ea typeface="Cairo"/>
                <a:cs typeface="Cairo"/>
                <a:sym typeface="Cairo"/>
              </a:endParaRPr>
            </a:p>
          </p:txBody>
        </p:sp>
        <p:sp>
          <p:nvSpPr>
            <p:cNvPr id="127" name="Google Shape;127;p18"/>
            <p:cNvSpPr/>
            <p:nvPr/>
          </p:nvSpPr>
          <p:spPr>
            <a:xfrm flipH="1">
              <a:off x="125" y="0"/>
              <a:ext cx="713100" cy="1209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latin typeface="Cairo"/>
                <a:ea typeface="Cairo"/>
                <a:cs typeface="Cairo"/>
                <a:sym typeface="Cairo"/>
              </a:endParaRPr>
            </a:p>
          </p:txBody>
        </p:sp>
      </p:grpSp>
      <p:cxnSp>
        <p:nvCxnSpPr>
          <p:cNvPr id="128" name="Google Shape;128;p18"/>
          <p:cNvCxnSpPr/>
          <p:nvPr/>
        </p:nvCxnSpPr>
        <p:spPr>
          <a:xfrm>
            <a:off x="849367" y="0"/>
            <a:ext cx="0" cy="1678400"/>
          </a:xfrm>
          <a:prstGeom prst="straightConnector1">
            <a:avLst/>
          </a:prstGeom>
          <a:noFill/>
          <a:ln w="9525" cap="flat" cmpd="sng">
            <a:solidFill>
              <a:schemeClr val="accent5"/>
            </a:solidFill>
            <a:prstDash val="solid"/>
            <a:round/>
            <a:headEnd type="none" w="med" len="med"/>
            <a:tailEnd type="oval" w="med" len="med"/>
          </a:ln>
        </p:spPr>
      </p:cxnSp>
    </p:spTree>
    <p:extLst>
      <p:ext uri="{BB962C8B-B14F-4D97-AF65-F5344CB8AC3E}">
        <p14:creationId xmlns:p14="http://schemas.microsoft.com/office/powerpoint/2010/main" val="11869585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09E3E3E-C513-78F0-E042-5ED0A3E6105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5B489A4-6386-1CCF-BC26-50A21F3F240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ADFFB42-BBE9-666B-11BB-DB505BB2C37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2C96CE6-D5B9-4D23-AC95-5AE0981D2AEC}" type="datetimeFigureOut">
              <a:rPr lang="en-US" smtClean="0"/>
              <a:t>12/15/2025</a:t>
            </a:fld>
            <a:endParaRPr lang="en-US"/>
          </a:p>
        </p:txBody>
      </p:sp>
      <p:sp>
        <p:nvSpPr>
          <p:cNvPr id="5" name="Footer Placeholder 4">
            <a:extLst>
              <a:ext uri="{FF2B5EF4-FFF2-40B4-BE49-F238E27FC236}">
                <a16:creationId xmlns:a16="http://schemas.microsoft.com/office/drawing/2014/main" id="{27C4FD2F-63E5-E7DB-16C1-FF04AA2B088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162E7BA0-EA35-0C16-D563-2FF743ABB49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41AD11A-60CB-47C1-893B-0B0812378845}" type="slidenum">
              <a:rPr lang="en-US" smtClean="0"/>
              <a:t>‹#›</a:t>
            </a:fld>
            <a:endParaRPr lang="en-US"/>
          </a:p>
        </p:txBody>
      </p:sp>
    </p:spTree>
    <p:extLst>
      <p:ext uri="{BB962C8B-B14F-4D97-AF65-F5344CB8AC3E}">
        <p14:creationId xmlns:p14="http://schemas.microsoft.com/office/powerpoint/2010/main" val="27631861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3" Type="http://schemas.openxmlformats.org/officeDocument/2006/relationships/hyperlink" Target="https://codepen.io/Khalid-Abdirahman-Sulub/pen/bNVrgav" TargetMode="External"/><Relationship Id="rId2" Type="http://schemas.openxmlformats.org/officeDocument/2006/relationships/notesSlide" Target="../notesSlides/notesSlide25.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46"/>
        <p:cNvGrpSpPr/>
        <p:nvPr/>
      </p:nvGrpSpPr>
      <p:grpSpPr>
        <a:xfrm>
          <a:off x="0" y="0"/>
          <a:ext cx="0" cy="0"/>
          <a:chOff x="0" y="0"/>
          <a:chExt cx="0" cy="0"/>
        </a:xfrm>
      </p:grpSpPr>
      <p:pic>
        <p:nvPicPr>
          <p:cNvPr id="7" name="Picture 6">
            <a:extLst>
              <a:ext uri="{FF2B5EF4-FFF2-40B4-BE49-F238E27FC236}">
                <a16:creationId xmlns:a16="http://schemas.microsoft.com/office/drawing/2014/main" id="{4F23E49A-0D79-C415-1F23-AFC5040B7118}"/>
              </a:ext>
            </a:extLst>
          </p:cNvPr>
          <p:cNvPicPr>
            <a:picLocks noChangeAspect="1"/>
          </p:cNvPicPr>
          <p:nvPr/>
        </p:nvPicPr>
        <p:blipFill>
          <a:blip r:embed="rId3"/>
          <a:stretch>
            <a:fillRect/>
          </a:stretch>
        </p:blipFill>
        <p:spPr>
          <a:xfrm>
            <a:off x="0" y="0"/>
            <a:ext cx="12192000" cy="6858000"/>
          </a:xfrm>
          <a:prstGeom prst="rect">
            <a:avLst/>
          </a:prstGeom>
        </p:spPr>
      </p:pic>
    </p:spTree>
    <p:extLst>
      <p:ext uri="{BB962C8B-B14F-4D97-AF65-F5344CB8AC3E}">
        <p14:creationId xmlns:p14="http://schemas.microsoft.com/office/powerpoint/2010/main" val="257889012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p29"/>
          <p:cNvSpPr txBox="1">
            <a:spLocks noGrp="1"/>
          </p:cNvSpPr>
          <p:nvPr>
            <p:ph type="title"/>
          </p:nvPr>
        </p:nvSpPr>
        <p:spPr>
          <a:xfrm>
            <a:off x="960000" y="593367"/>
            <a:ext cx="10272000" cy="763600"/>
          </a:xfrm>
          <a:prstGeom prst="rect">
            <a:avLst/>
          </a:prstGeom>
        </p:spPr>
        <p:txBody>
          <a:bodyPr spcFirstLastPara="1" vert="horz" wrap="square" lIns="121900" tIns="121900" rIns="121900" bIns="121900" rtlCol="0" anchor="t" anchorCtr="0">
            <a:noAutofit/>
          </a:bodyPr>
          <a:lstStyle/>
          <a:p>
            <a:r>
              <a:rPr lang="en" dirty="0"/>
              <a:t>What we Cover Today:</a:t>
            </a:r>
            <a:endParaRPr dirty="0"/>
          </a:p>
        </p:txBody>
      </p:sp>
      <p:sp>
        <p:nvSpPr>
          <p:cNvPr id="214" name="Google Shape;214;p29"/>
          <p:cNvSpPr txBox="1">
            <a:spLocks noGrp="1"/>
          </p:cNvSpPr>
          <p:nvPr>
            <p:ph type="title" idx="2"/>
          </p:nvPr>
        </p:nvSpPr>
        <p:spPr>
          <a:xfrm>
            <a:off x="2072412" y="1860800"/>
            <a:ext cx="1040800" cy="829600"/>
          </a:xfrm>
          <a:prstGeom prst="rect">
            <a:avLst/>
          </a:prstGeom>
        </p:spPr>
        <p:txBody>
          <a:bodyPr spcFirstLastPara="1" vert="horz" wrap="square" lIns="121900" tIns="121900" rIns="121900" bIns="121900" rtlCol="0" anchor="b" anchorCtr="0">
            <a:noAutofit/>
          </a:bodyPr>
          <a:lstStyle/>
          <a:p>
            <a:r>
              <a:rPr lang="en"/>
              <a:t>01</a:t>
            </a:r>
            <a:endParaRPr/>
          </a:p>
        </p:txBody>
      </p:sp>
      <p:sp>
        <p:nvSpPr>
          <p:cNvPr id="215" name="Google Shape;215;p29"/>
          <p:cNvSpPr txBox="1">
            <a:spLocks noGrp="1"/>
          </p:cNvSpPr>
          <p:nvPr>
            <p:ph type="title" idx="3"/>
          </p:nvPr>
        </p:nvSpPr>
        <p:spPr>
          <a:xfrm>
            <a:off x="2072412" y="4065739"/>
            <a:ext cx="1040800" cy="829600"/>
          </a:xfrm>
          <a:prstGeom prst="rect">
            <a:avLst/>
          </a:prstGeom>
        </p:spPr>
        <p:txBody>
          <a:bodyPr spcFirstLastPara="1" vert="horz" wrap="square" lIns="121900" tIns="121900" rIns="121900" bIns="121900" rtlCol="0" anchor="b" anchorCtr="0">
            <a:noAutofit/>
          </a:bodyPr>
          <a:lstStyle/>
          <a:p>
            <a:r>
              <a:rPr lang="en"/>
              <a:t>04</a:t>
            </a:r>
            <a:endParaRPr/>
          </a:p>
        </p:txBody>
      </p:sp>
      <p:sp>
        <p:nvSpPr>
          <p:cNvPr id="216" name="Google Shape;216;p29"/>
          <p:cNvSpPr txBox="1">
            <a:spLocks noGrp="1"/>
          </p:cNvSpPr>
          <p:nvPr>
            <p:ph type="title" idx="4"/>
          </p:nvPr>
        </p:nvSpPr>
        <p:spPr>
          <a:xfrm>
            <a:off x="5580116" y="1860800"/>
            <a:ext cx="1040800" cy="829600"/>
          </a:xfrm>
          <a:prstGeom prst="rect">
            <a:avLst/>
          </a:prstGeom>
        </p:spPr>
        <p:txBody>
          <a:bodyPr spcFirstLastPara="1" vert="horz" wrap="square" lIns="121900" tIns="121900" rIns="121900" bIns="121900" rtlCol="0" anchor="b" anchorCtr="0">
            <a:noAutofit/>
          </a:bodyPr>
          <a:lstStyle/>
          <a:p>
            <a:r>
              <a:rPr lang="en"/>
              <a:t>02</a:t>
            </a:r>
            <a:endParaRPr/>
          </a:p>
        </p:txBody>
      </p:sp>
      <p:sp>
        <p:nvSpPr>
          <p:cNvPr id="217" name="Google Shape;217;p29"/>
          <p:cNvSpPr txBox="1">
            <a:spLocks noGrp="1"/>
          </p:cNvSpPr>
          <p:nvPr>
            <p:ph type="title" idx="5"/>
          </p:nvPr>
        </p:nvSpPr>
        <p:spPr>
          <a:xfrm>
            <a:off x="5580116" y="4065739"/>
            <a:ext cx="1040800" cy="829600"/>
          </a:xfrm>
          <a:prstGeom prst="rect">
            <a:avLst/>
          </a:prstGeom>
        </p:spPr>
        <p:txBody>
          <a:bodyPr spcFirstLastPara="1" vert="horz" wrap="square" lIns="121900" tIns="121900" rIns="121900" bIns="121900" rtlCol="0" anchor="b" anchorCtr="0">
            <a:noAutofit/>
          </a:bodyPr>
          <a:lstStyle/>
          <a:p>
            <a:r>
              <a:rPr lang="en"/>
              <a:t>05</a:t>
            </a:r>
            <a:endParaRPr/>
          </a:p>
        </p:txBody>
      </p:sp>
      <p:sp>
        <p:nvSpPr>
          <p:cNvPr id="218" name="Google Shape;218;p29"/>
          <p:cNvSpPr txBox="1">
            <a:spLocks noGrp="1"/>
          </p:cNvSpPr>
          <p:nvPr>
            <p:ph type="title" idx="6"/>
          </p:nvPr>
        </p:nvSpPr>
        <p:spPr>
          <a:xfrm>
            <a:off x="9087853" y="1860800"/>
            <a:ext cx="1040800" cy="829600"/>
          </a:xfrm>
          <a:prstGeom prst="rect">
            <a:avLst/>
          </a:prstGeom>
        </p:spPr>
        <p:txBody>
          <a:bodyPr spcFirstLastPara="1" vert="horz" wrap="square" lIns="121900" tIns="121900" rIns="121900" bIns="121900" rtlCol="0" anchor="b" anchorCtr="0">
            <a:noAutofit/>
          </a:bodyPr>
          <a:lstStyle/>
          <a:p>
            <a:r>
              <a:rPr lang="en"/>
              <a:t>03</a:t>
            </a:r>
            <a:endParaRPr/>
          </a:p>
        </p:txBody>
      </p:sp>
      <p:sp>
        <p:nvSpPr>
          <p:cNvPr id="219" name="Google Shape;219;p29"/>
          <p:cNvSpPr txBox="1">
            <a:spLocks noGrp="1"/>
          </p:cNvSpPr>
          <p:nvPr>
            <p:ph type="title" idx="7"/>
          </p:nvPr>
        </p:nvSpPr>
        <p:spPr>
          <a:xfrm>
            <a:off x="9087853" y="4065739"/>
            <a:ext cx="1040800" cy="829600"/>
          </a:xfrm>
          <a:prstGeom prst="rect">
            <a:avLst/>
          </a:prstGeom>
        </p:spPr>
        <p:txBody>
          <a:bodyPr spcFirstLastPara="1" vert="horz" wrap="square" lIns="121900" tIns="121900" rIns="121900" bIns="121900" rtlCol="0" anchor="b" anchorCtr="0">
            <a:noAutofit/>
          </a:bodyPr>
          <a:lstStyle/>
          <a:p>
            <a:r>
              <a:rPr lang="en"/>
              <a:t>06</a:t>
            </a:r>
            <a:endParaRPr/>
          </a:p>
        </p:txBody>
      </p:sp>
      <p:sp>
        <p:nvSpPr>
          <p:cNvPr id="220" name="Google Shape;220;p29"/>
          <p:cNvSpPr txBox="1">
            <a:spLocks noGrp="1"/>
          </p:cNvSpPr>
          <p:nvPr>
            <p:ph type="subTitle" idx="1"/>
          </p:nvPr>
        </p:nvSpPr>
        <p:spPr>
          <a:xfrm>
            <a:off x="960000" y="2893600"/>
            <a:ext cx="3265600" cy="596800"/>
          </a:xfrm>
          <a:prstGeom prst="rect">
            <a:avLst/>
          </a:prstGeom>
        </p:spPr>
        <p:txBody>
          <a:bodyPr spcFirstLastPara="1" vert="horz" wrap="square" lIns="121900" tIns="121900" rIns="121900" bIns="121900" rtlCol="0" anchor="t" anchorCtr="0">
            <a:noAutofit/>
          </a:bodyPr>
          <a:lstStyle/>
          <a:p>
            <a:pPr marL="0" indent="0"/>
            <a:r>
              <a:rPr lang="en" b="0" dirty="0">
                <a:latin typeface="DM Sans SemiBold"/>
                <a:ea typeface="DM Sans SemiBold"/>
                <a:cs typeface="DM Sans SemiBold"/>
                <a:sym typeface="DM Sans SemiBold"/>
              </a:rPr>
              <a:t>Introduction to Object</a:t>
            </a:r>
            <a:endParaRPr b="0" dirty="0">
              <a:latin typeface="DM Sans SemiBold"/>
              <a:ea typeface="DM Sans SemiBold"/>
              <a:cs typeface="DM Sans SemiBold"/>
              <a:sym typeface="DM Sans SemiBold"/>
            </a:endParaRPr>
          </a:p>
        </p:txBody>
      </p:sp>
      <p:cxnSp>
        <p:nvCxnSpPr>
          <p:cNvPr id="226" name="Google Shape;226;p29"/>
          <p:cNvCxnSpPr/>
          <p:nvPr/>
        </p:nvCxnSpPr>
        <p:spPr>
          <a:xfrm>
            <a:off x="2020000" y="2792000"/>
            <a:ext cx="1145600" cy="0"/>
          </a:xfrm>
          <a:prstGeom prst="straightConnector1">
            <a:avLst/>
          </a:prstGeom>
          <a:noFill/>
          <a:ln w="9525" cap="flat" cmpd="sng">
            <a:solidFill>
              <a:schemeClr val="accent5"/>
            </a:solidFill>
            <a:prstDash val="solid"/>
            <a:round/>
            <a:headEnd type="oval" w="med" len="med"/>
            <a:tailEnd type="oval" w="med" len="med"/>
          </a:ln>
        </p:spPr>
      </p:cxnSp>
      <p:cxnSp>
        <p:nvCxnSpPr>
          <p:cNvPr id="227" name="Google Shape;227;p29"/>
          <p:cNvCxnSpPr/>
          <p:nvPr/>
        </p:nvCxnSpPr>
        <p:spPr>
          <a:xfrm>
            <a:off x="5527717" y="2792000"/>
            <a:ext cx="1145600" cy="0"/>
          </a:xfrm>
          <a:prstGeom prst="straightConnector1">
            <a:avLst/>
          </a:prstGeom>
          <a:noFill/>
          <a:ln w="9525" cap="flat" cmpd="sng">
            <a:solidFill>
              <a:schemeClr val="accent5"/>
            </a:solidFill>
            <a:prstDash val="solid"/>
            <a:round/>
            <a:headEnd type="oval" w="med" len="med"/>
            <a:tailEnd type="oval" w="med" len="med"/>
          </a:ln>
        </p:spPr>
      </p:cxnSp>
      <p:cxnSp>
        <p:nvCxnSpPr>
          <p:cNvPr id="228" name="Google Shape;228;p29"/>
          <p:cNvCxnSpPr/>
          <p:nvPr/>
        </p:nvCxnSpPr>
        <p:spPr>
          <a:xfrm>
            <a:off x="9035384" y="2792000"/>
            <a:ext cx="1145600" cy="0"/>
          </a:xfrm>
          <a:prstGeom prst="straightConnector1">
            <a:avLst/>
          </a:prstGeom>
          <a:noFill/>
          <a:ln w="9525" cap="flat" cmpd="sng">
            <a:solidFill>
              <a:schemeClr val="accent5"/>
            </a:solidFill>
            <a:prstDash val="solid"/>
            <a:round/>
            <a:headEnd type="oval" w="med" len="med"/>
            <a:tailEnd type="oval" w="med" len="med"/>
          </a:ln>
        </p:spPr>
      </p:cxnSp>
      <p:cxnSp>
        <p:nvCxnSpPr>
          <p:cNvPr id="229" name="Google Shape;229;p29"/>
          <p:cNvCxnSpPr/>
          <p:nvPr/>
        </p:nvCxnSpPr>
        <p:spPr>
          <a:xfrm>
            <a:off x="2020000" y="4996933"/>
            <a:ext cx="1145600" cy="0"/>
          </a:xfrm>
          <a:prstGeom prst="straightConnector1">
            <a:avLst/>
          </a:prstGeom>
          <a:noFill/>
          <a:ln w="9525" cap="flat" cmpd="sng">
            <a:solidFill>
              <a:schemeClr val="accent5"/>
            </a:solidFill>
            <a:prstDash val="solid"/>
            <a:round/>
            <a:headEnd type="oval" w="med" len="med"/>
            <a:tailEnd type="oval" w="med" len="med"/>
          </a:ln>
        </p:spPr>
      </p:cxnSp>
      <p:cxnSp>
        <p:nvCxnSpPr>
          <p:cNvPr id="230" name="Google Shape;230;p29"/>
          <p:cNvCxnSpPr/>
          <p:nvPr/>
        </p:nvCxnSpPr>
        <p:spPr>
          <a:xfrm>
            <a:off x="5527717" y="4996933"/>
            <a:ext cx="1145600" cy="0"/>
          </a:xfrm>
          <a:prstGeom prst="straightConnector1">
            <a:avLst/>
          </a:prstGeom>
          <a:noFill/>
          <a:ln w="9525" cap="flat" cmpd="sng">
            <a:solidFill>
              <a:schemeClr val="accent5"/>
            </a:solidFill>
            <a:prstDash val="solid"/>
            <a:round/>
            <a:headEnd type="oval" w="med" len="med"/>
            <a:tailEnd type="oval" w="med" len="med"/>
          </a:ln>
        </p:spPr>
      </p:cxnSp>
      <p:cxnSp>
        <p:nvCxnSpPr>
          <p:cNvPr id="231" name="Google Shape;231;p29"/>
          <p:cNvCxnSpPr/>
          <p:nvPr/>
        </p:nvCxnSpPr>
        <p:spPr>
          <a:xfrm>
            <a:off x="9035384" y="4996933"/>
            <a:ext cx="1145600" cy="0"/>
          </a:xfrm>
          <a:prstGeom prst="straightConnector1">
            <a:avLst/>
          </a:prstGeom>
          <a:noFill/>
          <a:ln w="9525" cap="flat" cmpd="sng">
            <a:solidFill>
              <a:schemeClr val="accent5"/>
            </a:solidFill>
            <a:prstDash val="solid"/>
            <a:round/>
            <a:headEnd type="oval" w="med" len="med"/>
            <a:tailEnd type="oval" w="med" len="med"/>
          </a:ln>
        </p:spPr>
      </p:cxnSp>
      <p:sp>
        <p:nvSpPr>
          <p:cNvPr id="3" name="Google Shape;220;p29">
            <a:extLst>
              <a:ext uri="{FF2B5EF4-FFF2-40B4-BE49-F238E27FC236}">
                <a16:creationId xmlns:a16="http://schemas.microsoft.com/office/drawing/2014/main" id="{646AA688-C953-8207-6385-3D0F7EEDC8EA}"/>
              </a:ext>
            </a:extLst>
          </p:cNvPr>
          <p:cNvSpPr txBox="1">
            <a:spLocks/>
          </p:cNvSpPr>
          <p:nvPr/>
        </p:nvSpPr>
        <p:spPr>
          <a:xfrm>
            <a:off x="4463200" y="2893596"/>
            <a:ext cx="3265600" cy="5968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04800" algn="ctr" rtl="0">
              <a:lnSpc>
                <a:spcPct val="100000"/>
              </a:lnSpc>
              <a:spcBef>
                <a:spcPts val="0"/>
              </a:spcBef>
              <a:spcAft>
                <a:spcPts val="0"/>
              </a:spcAft>
              <a:buClr>
                <a:schemeClr val="dk1"/>
              </a:buClr>
              <a:buSzPts val="1800"/>
              <a:buFont typeface="DM Sans SemiBold"/>
              <a:buNone/>
              <a:defRPr sz="1800" b="0" i="0" u="none" strike="noStrike" cap="none">
                <a:solidFill>
                  <a:schemeClr val="dk1"/>
                </a:solidFill>
                <a:latin typeface="DM Sans SemiBold"/>
                <a:ea typeface="DM Sans SemiBold"/>
                <a:cs typeface="DM Sans SemiBold"/>
                <a:sym typeface="DM Sans SemiBold"/>
              </a:defRPr>
            </a:lvl1pPr>
            <a:lvl2pPr marL="914400" marR="0" lvl="1" indent="-304800" algn="l" rtl="0">
              <a:lnSpc>
                <a:spcPct val="100000"/>
              </a:lnSpc>
              <a:spcBef>
                <a:spcPts val="0"/>
              </a:spcBef>
              <a:spcAft>
                <a:spcPts val="0"/>
              </a:spcAft>
              <a:buClr>
                <a:schemeClr val="dk1"/>
              </a:buClr>
              <a:buSzPts val="1800"/>
              <a:buFont typeface="DM Sans SemiBold"/>
              <a:buNone/>
              <a:defRPr sz="1800" b="0" i="0" u="none" strike="noStrike" cap="none">
                <a:solidFill>
                  <a:schemeClr val="dk1"/>
                </a:solidFill>
                <a:latin typeface="DM Sans SemiBold"/>
                <a:ea typeface="DM Sans SemiBold"/>
                <a:cs typeface="DM Sans SemiBold"/>
                <a:sym typeface="DM Sans SemiBold"/>
              </a:defRPr>
            </a:lvl2pPr>
            <a:lvl3pPr marL="1371600" marR="0" lvl="2" indent="-304800" algn="l" rtl="0">
              <a:lnSpc>
                <a:spcPct val="100000"/>
              </a:lnSpc>
              <a:spcBef>
                <a:spcPts val="0"/>
              </a:spcBef>
              <a:spcAft>
                <a:spcPts val="0"/>
              </a:spcAft>
              <a:buClr>
                <a:schemeClr val="dk1"/>
              </a:buClr>
              <a:buSzPts val="1800"/>
              <a:buFont typeface="DM Sans SemiBold"/>
              <a:buNone/>
              <a:defRPr sz="1800" b="0" i="0" u="none" strike="noStrike" cap="none">
                <a:solidFill>
                  <a:schemeClr val="dk1"/>
                </a:solidFill>
                <a:latin typeface="DM Sans SemiBold"/>
                <a:ea typeface="DM Sans SemiBold"/>
                <a:cs typeface="DM Sans SemiBold"/>
                <a:sym typeface="DM Sans SemiBold"/>
              </a:defRPr>
            </a:lvl3pPr>
            <a:lvl4pPr marL="1828800" marR="0" lvl="3" indent="-304800" algn="l" rtl="0">
              <a:lnSpc>
                <a:spcPct val="100000"/>
              </a:lnSpc>
              <a:spcBef>
                <a:spcPts val="0"/>
              </a:spcBef>
              <a:spcAft>
                <a:spcPts val="0"/>
              </a:spcAft>
              <a:buClr>
                <a:schemeClr val="dk1"/>
              </a:buClr>
              <a:buSzPts val="1800"/>
              <a:buFont typeface="DM Sans SemiBold"/>
              <a:buNone/>
              <a:defRPr sz="1800" b="0" i="0" u="none" strike="noStrike" cap="none">
                <a:solidFill>
                  <a:schemeClr val="dk1"/>
                </a:solidFill>
                <a:latin typeface="DM Sans SemiBold"/>
                <a:ea typeface="DM Sans SemiBold"/>
                <a:cs typeface="DM Sans SemiBold"/>
                <a:sym typeface="DM Sans SemiBold"/>
              </a:defRPr>
            </a:lvl4pPr>
            <a:lvl5pPr marL="2286000" marR="0" lvl="4" indent="-304800" algn="l" rtl="0">
              <a:lnSpc>
                <a:spcPct val="100000"/>
              </a:lnSpc>
              <a:spcBef>
                <a:spcPts val="0"/>
              </a:spcBef>
              <a:spcAft>
                <a:spcPts val="0"/>
              </a:spcAft>
              <a:buClr>
                <a:schemeClr val="dk1"/>
              </a:buClr>
              <a:buSzPts val="1800"/>
              <a:buFont typeface="DM Sans SemiBold"/>
              <a:buNone/>
              <a:defRPr sz="1800" b="0" i="0" u="none" strike="noStrike" cap="none">
                <a:solidFill>
                  <a:schemeClr val="dk1"/>
                </a:solidFill>
                <a:latin typeface="DM Sans SemiBold"/>
                <a:ea typeface="DM Sans SemiBold"/>
                <a:cs typeface="DM Sans SemiBold"/>
                <a:sym typeface="DM Sans SemiBold"/>
              </a:defRPr>
            </a:lvl5pPr>
            <a:lvl6pPr marL="2743200" marR="0" lvl="5" indent="-304800" algn="l" rtl="0">
              <a:lnSpc>
                <a:spcPct val="100000"/>
              </a:lnSpc>
              <a:spcBef>
                <a:spcPts val="0"/>
              </a:spcBef>
              <a:spcAft>
                <a:spcPts val="0"/>
              </a:spcAft>
              <a:buClr>
                <a:schemeClr val="dk1"/>
              </a:buClr>
              <a:buSzPts val="1800"/>
              <a:buFont typeface="DM Sans SemiBold"/>
              <a:buNone/>
              <a:defRPr sz="1800" b="0" i="0" u="none" strike="noStrike" cap="none">
                <a:solidFill>
                  <a:schemeClr val="dk1"/>
                </a:solidFill>
                <a:latin typeface="DM Sans SemiBold"/>
                <a:ea typeface="DM Sans SemiBold"/>
                <a:cs typeface="DM Sans SemiBold"/>
                <a:sym typeface="DM Sans SemiBold"/>
              </a:defRPr>
            </a:lvl6pPr>
            <a:lvl7pPr marL="3200400" marR="0" lvl="6" indent="-304800" algn="l" rtl="0">
              <a:lnSpc>
                <a:spcPct val="100000"/>
              </a:lnSpc>
              <a:spcBef>
                <a:spcPts val="0"/>
              </a:spcBef>
              <a:spcAft>
                <a:spcPts val="0"/>
              </a:spcAft>
              <a:buClr>
                <a:schemeClr val="dk1"/>
              </a:buClr>
              <a:buSzPts val="1800"/>
              <a:buFont typeface="DM Sans SemiBold"/>
              <a:buNone/>
              <a:defRPr sz="1800" b="0" i="0" u="none" strike="noStrike" cap="none">
                <a:solidFill>
                  <a:schemeClr val="dk1"/>
                </a:solidFill>
                <a:latin typeface="DM Sans SemiBold"/>
                <a:ea typeface="DM Sans SemiBold"/>
                <a:cs typeface="DM Sans SemiBold"/>
                <a:sym typeface="DM Sans SemiBold"/>
              </a:defRPr>
            </a:lvl7pPr>
            <a:lvl8pPr marL="3657600" marR="0" lvl="7" indent="-304800" algn="l" rtl="0">
              <a:lnSpc>
                <a:spcPct val="100000"/>
              </a:lnSpc>
              <a:spcBef>
                <a:spcPts val="0"/>
              </a:spcBef>
              <a:spcAft>
                <a:spcPts val="0"/>
              </a:spcAft>
              <a:buClr>
                <a:schemeClr val="dk1"/>
              </a:buClr>
              <a:buSzPts val="1800"/>
              <a:buFont typeface="DM Sans SemiBold"/>
              <a:buNone/>
              <a:defRPr sz="1800" b="0" i="0" u="none" strike="noStrike" cap="none">
                <a:solidFill>
                  <a:schemeClr val="dk1"/>
                </a:solidFill>
                <a:latin typeface="DM Sans SemiBold"/>
                <a:ea typeface="DM Sans SemiBold"/>
                <a:cs typeface="DM Sans SemiBold"/>
                <a:sym typeface="DM Sans SemiBold"/>
              </a:defRPr>
            </a:lvl8pPr>
            <a:lvl9pPr marL="4114800" marR="0" lvl="8" indent="-304800" algn="l" rtl="0">
              <a:lnSpc>
                <a:spcPct val="100000"/>
              </a:lnSpc>
              <a:spcBef>
                <a:spcPts val="0"/>
              </a:spcBef>
              <a:spcAft>
                <a:spcPts val="0"/>
              </a:spcAft>
              <a:buClr>
                <a:schemeClr val="dk1"/>
              </a:buClr>
              <a:buSzPts val="1800"/>
              <a:buFont typeface="DM Sans SemiBold"/>
              <a:buNone/>
              <a:defRPr sz="1800" b="0" i="0" u="none" strike="noStrike" cap="none">
                <a:solidFill>
                  <a:schemeClr val="dk1"/>
                </a:solidFill>
                <a:latin typeface="DM Sans SemiBold"/>
                <a:ea typeface="DM Sans SemiBold"/>
                <a:cs typeface="DM Sans SemiBold"/>
                <a:sym typeface="DM Sans SemiBold"/>
              </a:defRPr>
            </a:lvl9pPr>
          </a:lstStyle>
          <a:p>
            <a:pPr marL="0" indent="0"/>
            <a:r>
              <a:rPr lang="en-GB" sz="2400" dirty="0"/>
              <a:t>Ways to Create Objects</a:t>
            </a:r>
          </a:p>
        </p:txBody>
      </p:sp>
      <p:sp>
        <p:nvSpPr>
          <p:cNvPr id="4" name="Google Shape;220;p29">
            <a:extLst>
              <a:ext uri="{FF2B5EF4-FFF2-40B4-BE49-F238E27FC236}">
                <a16:creationId xmlns:a16="http://schemas.microsoft.com/office/drawing/2014/main" id="{BDB03565-0506-79DC-F6D7-009C8D6D6B35}"/>
              </a:ext>
            </a:extLst>
          </p:cNvPr>
          <p:cNvSpPr txBox="1">
            <a:spLocks/>
          </p:cNvSpPr>
          <p:nvPr/>
        </p:nvSpPr>
        <p:spPr>
          <a:xfrm>
            <a:off x="7966400" y="2876545"/>
            <a:ext cx="3265600" cy="5968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04800" algn="ctr" rtl="0">
              <a:lnSpc>
                <a:spcPct val="100000"/>
              </a:lnSpc>
              <a:spcBef>
                <a:spcPts val="0"/>
              </a:spcBef>
              <a:spcAft>
                <a:spcPts val="0"/>
              </a:spcAft>
              <a:buClr>
                <a:schemeClr val="dk1"/>
              </a:buClr>
              <a:buSzPts val="1800"/>
              <a:buFont typeface="DM Sans SemiBold"/>
              <a:buNone/>
              <a:defRPr sz="1800" b="0" i="0" u="none" strike="noStrike" cap="none">
                <a:solidFill>
                  <a:schemeClr val="dk1"/>
                </a:solidFill>
                <a:latin typeface="DM Sans SemiBold"/>
                <a:ea typeface="DM Sans SemiBold"/>
                <a:cs typeface="DM Sans SemiBold"/>
                <a:sym typeface="DM Sans SemiBold"/>
              </a:defRPr>
            </a:lvl1pPr>
            <a:lvl2pPr marL="914400" marR="0" lvl="1" indent="-304800" algn="l" rtl="0">
              <a:lnSpc>
                <a:spcPct val="100000"/>
              </a:lnSpc>
              <a:spcBef>
                <a:spcPts val="0"/>
              </a:spcBef>
              <a:spcAft>
                <a:spcPts val="0"/>
              </a:spcAft>
              <a:buClr>
                <a:schemeClr val="dk1"/>
              </a:buClr>
              <a:buSzPts val="1800"/>
              <a:buFont typeface="DM Sans SemiBold"/>
              <a:buNone/>
              <a:defRPr sz="1800" b="0" i="0" u="none" strike="noStrike" cap="none">
                <a:solidFill>
                  <a:schemeClr val="dk1"/>
                </a:solidFill>
                <a:latin typeface="DM Sans SemiBold"/>
                <a:ea typeface="DM Sans SemiBold"/>
                <a:cs typeface="DM Sans SemiBold"/>
                <a:sym typeface="DM Sans SemiBold"/>
              </a:defRPr>
            </a:lvl2pPr>
            <a:lvl3pPr marL="1371600" marR="0" lvl="2" indent="-304800" algn="l" rtl="0">
              <a:lnSpc>
                <a:spcPct val="100000"/>
              </a:lnSpc>
              <a:spcBef>
                <a:spcPts val="0"/>
              </a:spcBef>
              <a:spcAft>
                <a:spcPts val="0"/>
              </a:spcAft>
              <a:buClr>
                <a:schemeClr val="dk1"/>
              </a:buClr>
              <a:buSzPts val="1800"/>
              <a:buFont typeface="DM Sans SemiBold"/>
              <a:buNone/>
              <a:defRPr sz="1800" b="0" i="0" u="none" strike="noStrike" cap="none">
                <a:solidFill>
                  <a:schemeClr val="dk1"/>
                </a:solidFill>
                <a:latin typeface="DM Sans SemiBold"/>
                <a:ea typeface="DM Sans SemiBold"/>
                <a:cs typeface="DM Sans SemiBold"/>
                <a:sym typeface="DM Sans SemiBold"/>
              </a:defRPr>
            </a:lvl3pPr>
            <a:lvl4pPr marL="1828800" marR="0" lvl="3" indent="-304800" algn="l" rtl="0">
              <a:lnSpc>
                <a:spcPct val="100000"/>
              </a:lnSpc>
              <a:spcBef>
                <a:spcPts val="0"/>
              </a:spcBef>
              <a:spcAft>
                <a:spcPts val="0"/>
              </a:spcAft>
              <a:buClr>
                <a:schemeClr val="dk1"/>
              </a:buClr>
              <a:buSzPts val="1800"/>
              <a:buFont typeface="DM Sans SemiBold"/>
              <a:buNone/>
              <a:defRPr sz="1800" b="0" i="0" u="none" strike="noStrike" cap="none">
                <a:solidFill>
                  <a:schemeClr val="dk1"/>
                </a:solidFill>
                <a:latin typeface="DM Sans SemiBold"/>
                <a:ea typeface="DM Sans SemiBold"/>
                <a:cs typeface="DM Sans SemiBold"/>
                <a:sym typeface="DM Sans SemiBold"/>
              </a:defRPr>
            </a:lvl4pPr>
            <a:lvl5pPr marL="2286000" marR="0" lvl="4" indent="-304800" algn="l" rtl="0">
              <a:lnSpc>
                <a:spcPct val="100000"/>
              </a:lnSpc>
              <a:spcBef>
                <a:spcPts val="0"/>
              </a:spcBef>
              <a:spcAft>
                <a:spcPts val="0"/>
              </a:spcAft>
              <a:buClr>
                <a:schemeClr val="dk1"/>
              </a:buClr>
              <a:buSzPts val="1800"/>
              <a:buFont typeface="DM Sans SemiBold"/>
              <a:buNone/>
              <a:defRPr sz="1800" b="0" i="0" u="none" strike="noStrike" cap="none">
                <a:solidFill>
                  <a:schemeClr val="dk1"/>
                </a:solidFill>
                <a:latin typeface="DM Sans SemiBold"/>
                <a:ea typeface="DM Sans SemiBold"/>
                <a:cs typeface="DM Sans SemiBold"/>
                <a:sym typeface="DM Sans SemiBold"/>
              </a:defRPr>
            </a:lvl5pPr>
            <a:lvl6pPr marL="2743200" marR="0" lvl="5" indent="-304800" algn="l" rtl="0">
              <a:lnSpc>
                <a:spcPct val="100000"/>
              </a:lnSpc>
              <a:spcBef>
                <a:spcPts val="0"/>
              </a:spcBef>
              <a:spcAft>
                <a:spcPts val="0"/>
              </a:spcAft>
              <a:buClr>
                <a:schemeClr val="dk1"/>
              </a:buClr>
              <a:buSzPts val="1800"/>
              <a:buFont typeface="DM Sans SemiBold"/>
              <a:buNone/>
              <a:defRPr sz="1800" b="0" i="0" u="none" strike="noStrike" cap="none">
                <a:solidFill>
                  <a:schemeClr val="dk1"/>
                </a:solidFill>
                <a:latin typeface="DM Sans SemiBold"/>
                <a:ea typeface="DM Sans SemiBold"/>
                <a:cs typeface="DM Sans SemiBold"/>
                <a:sym typeface="DM Sans SemiBold"/>
              </a:defRPr>
            </a:lvl6pPr>
            <a:lvl7pPr marL="3200400" marR="0" lvl="6" indent="-304800" algn="l" rtl="0">
              <a:lnSpc>
                <a:spcPct val="100000"/>
              </a:lnSpc>
              <a:spcBef>
                <a:spcPts val="0"/>
              </a:spcBef>
              <a:spcAft>
                <a:spcPts val="0"/>
              </a:spcAft>
              <a:buClr>
                <a:schemeClr val="dk1"/>
              </a:buClr>
              <a:buSzPts val="1800"/>
              <a:buFont typeface="DM Sans SemiBold"/>
              <a:buNone/>
              <a:defRPr sz="1800" b="0" i="0" u="none" strike="noStrike" cap="none">
                <a:solidFill>
                  <a:schemeClr val="dk1"/>
                </a:solidFill>
                <a:latin typeface="DM Sans SemiBold"/>
                <a:ea typeface="DM Sans SemiBold"/>
                <a:cs typeface="DM Sans SemiBold"/>
                <a:sym typeface="DM Sans SemiBold"/>
              </a:defRPr>
            </a:lvl7pPr>
            <a:lvl8pPr marL="3657600" marR="0" lvl="7" indent="-304800" algn="l" rtl="0">
              <a:lnSpc>
                <a:spcPct val="100000"/>
              </a:lnSpc>
              <a:spcBef>
                <a:spcPts val="0"/>
              </a:spcBef>
              <a:spcAft>
                <a:spcPts val="0"/>
              </a:spcAft>
              <a:buClr>
                <a:schemeClr val="dk1"/>
              </a:buClr>
              <a:buSzPts val="1800"/>
              <a:buFont typeface="DM Sans SemiBold"/>
              <a:buNone/>
              <a:defRPr sz="1800" b="0" i="0" u="none" strike="noStrike" cap="none">
                <a:solidFill>
                  <a:schemeClr val="dk1"/>
                </a:solidFill>
                <a:latin typeface="DM Sans SemiBold"/>
                <a:ea typeface="DM Sans SemiBold"/>
                <a:cs typeface="DM Sans SemiBold"/>
                <a:sym typeface="DM Sans SemiBold"/>
              </a:defRPr>
            </a:lvl8pPr>
            <a:lvl9pPr marL="4114800" marR="0" lvl="8" indent="-304800" algn="l" rtl="0">
              <a:lnSpc>
                <a:spcPct val="100000"/>
              </a:lnSpc>
              <a:spcBef>
                <a:spcPts val="0"/>
              </a:spcBef>
              <a:spcAft>
                <a:spcPts val="0"/>
              </a:spcAft>
              <a:buClr>
                <a:schemeClr val="dk1"/>
              </a:buClr>
              <a:buSzPts val="1800"/>
              <a:buFont typeface="DM Sans SemiBold"/>
              <a:buNone/>
              <a:defRPr sz="1800" b="0" i="0" u="none" strike="noStrike" cap="none">
                <a:solidFill>
                  <a:schemeClr val="dk1"/>
                </a:solidFill>
                <a:latin typeface="DM Sans SemiBold"/>
                <a:ea typeface="DM Sans SemiBold"/>
                <a:cs typeface="DM Sans SemiBold"/>
                <a:sym typeface="DM Sans SemiBold"/>
              </a:defRPr>
            </a:lvl9pPr>
          </a:lstStyle>
          <a:p>
            <a:pPr marL="0" indent="0"/>
            <a:r>
              <a:rPr lang="en-GB" sz="2400" dirty="0"/>
              <a:t>Accessing and Updating Properties</a:t>
            </a:r>
          </a:p>
        </p:txBody>
      </p:sp>
      <p:sp>
        <p:nvSpPr>
          <p:cNvPr id="5" name="Google Shape;220;p29">
            <a:extLst>
              <a:ext uri="{FF2B5EF4-FFF2-40B4-BE49-F238E27FC236}">
                <a16:creationId xmlns:a16="http://schemas.microsoft.com/office/drawing/2014/main" id="{AC67C9DB-CC07-97AD-A7A0-9E896C6818EA}"/>
              </a:ext>
            </a:extLst>
          </p:cNvPr>
          <p:cNvSpPr txBox="1">
            <a:spLocks/>
          </p:cNvSpPr>
          <p:nvPr/>
        </p:nvSpPr>
        <p:spPr>
          <a:xfrm>
            <a:off x="960000" y="5027033"/>
            <a:ext cx="3265600" cy="5968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04800" algn="ctr" rtl="0">
              <a:lnSpc>
                <a:spcPct val="100000"/>
              </a:lnSpc>
              <a:spcBef>
                <a:spcPts val="0"/>
              </a:spcBef>
              <a:spcAft>
                <a:spcPts val="0"/>
              </a:spcAft>
              <a:buClr>
                <a:schemeClr val="dk1"/>
              </a:buClr>
              <a:buSzPts val="1800"/>
              <a:buFont typeface="DM Sans SemiBold"/>
              <a:buNone/>
              <a:defRPr sz="1800" b="0" i="0" u="none" strike="noStrike" cap="none">
                <a:solidFill>
                  <a:schemeClr val="dk1"/>
                </a:solidFill>
                <a:latin typeface="DM Sans SemiBold"/>
                <a:ea typeface="DM Sans SemiBold"/>
                <a:cs typeface="DM Sans SemiBold"/>
                <a:sym typeface="DM Sans SemiBold"/>
              </a:defRPr>
            </a:lvl1pPr>
            <a:lvl2pPr marL="914400" marR="0" lvl="1" indent="-304800" algn="l" rtl="0">
              <a:lnSpc>
                <a:spcPct val="100000"/>
              </a:lnSpc>
              <a:spcBef>
                <a:spcPts val="0"/>
              </a:spcBef>
              <a:spcAft>
                <a:spcPts val="0"/>
              </a:spcAft>
              <a:buClr>
                <a:schemeClr val="dk1"/>
              </a:buClr>
              <a:buSzPts val="1800"/>
              <a:buFont typeface="DM Sans SemiBold"/>
              <a:buNone/>
              <a:defRPr sz="1800" b="0" i="0" u="none" strike="noStrike" cap="none">
                <a:solidFill>
                  <a:schemeClr val="dk1"/>
                </a:solidFill>
                <a:latin typeface="DM Sans SemiBold"/>
                <a:ea typeface="DM Sans SemiBold"/>
                <a:cs typeface="DM Sans SemiBold"/>
                <a:sym typeface="DM Sans SemiBold"/>
              </a:defRPr>
            </a:lvl2pPr>
            <a:lvl3pPr marL="1371600" marR="0" lvl="2" indent="-304800" algn="l" rtl="0">
              <a:lnSpc>
                <a:spcPct val="100000"/>
              </a:lnSpc>
              <a:spcBef>
                <a:spcPts val="0"/>
              </a:spcBef>
              <a:spcAft>
                <a:spcPts val="0"/>
              </a:spcAft>
              <a:buClr>
                <a:schemeClr val="dk1"/>
              </a:buClr>
              <a:buSzPts val="1800"/>
              <a:buFont typeface="DM Sans SemiBold"/>
              <a:buNone/>
              <a:defRPr sz="1800" b="0" i="0" u="none" strike="noStrike" cap="none">
                <a:solidFill>
                  <a:schemeClr val="dk1"/>
                </a:solidFill>
                <a:latin typeface="DM Sans SemiBold"/>
                <a:ea typeface="DM Sans SemiBold"/>
                <a:cs typeface="DM Sans SemiBold"/>
                <a:sym typeface="DM Sans SemiBold"/>
              </a:defRPr>
            </a:lvl3pPr>
            <a:lvl4pPr marL="1828800" marR="0" lvl="3" indent="-304800" algn="l" rtl="0">
              <a:lnSpc>
                <a:spcPct val="100000"/>
              </a:lnSpc>
              <a:spcBef>
                <a:spcPts val="0"/>
              </a:spcBef>
              <a:spcAft>
                <a:spcPts val="0"/>
              </a:spcAft>
              <a:buClr>
                <a:schemeClr val="dk1"/>
              </a:buClr>
              <a:buSzPts val="1800"/>
              <a:buFont typeface="DM Sans SemiBold"/>
              <a:buNone/>
              <a:defRPr sz="1800" b="0" i="0" u="none" strike="noStrike" cap="none">
                <a:solidFill>
                  <a:schemeClr val="dk1"/>
                </a:solidFill>
                <a:latin typeface="DM Sans SemiBold"/>
                <a:ea typeface="DM Sans SemiBold"/>
                <a:cs typeface="DM Sans SemiBold"/>
                <a:sym typeface="DM Sans SemiBold"/>
              </a:defRPr>
            </a:lvl4pPr>
            <a:lvl5pPr marL="2286000" marR="0" lvl="4" indent="-304800" algn="l" rtl="0">
              <a:lnSpc>
                <a:spcPct val="100000"/>
              </a:lnSpc>
              <a:spcBef>
                <a:spcPts val="0"/>
              </a:spcBef>
              <a:spcAft>
                <a:spcPts val="0"/>
              </a:spcAft>
              <a:buClr>
                <a:schemeClr val="dk1"/>
              </a:buClr>
              <a:buSzPts val="1800"/>
              <a:buFont typeface="DM Sans SemiBold"/>
              <a:buNone/>
              <a:defRPr sz="1800" b="0" i="0" u="none" strike="noStrike" cap="none">
                <a:solidFill>
                  <a:schemeClr val="dk1"/>
                </a:solidFill>
                <a:latin typeface="DM Sans SemiBold"/>
                <a:ea typeface="DM Sans SemiBold"/>
                <a:cs typeface="DM Sans SemiBold"/>
                <a:sym typeface="DM Sans SemiBold"/>
              </a:defRPr>
            </a:lvl5pPr>
            <a:lvl6pPr marL="2743200" marR="0" lvl="5" indent="-304800" algn="l" rtl="0">
              <a:lnSpc>
                <a:spcPct val="100000"/>
              </a:lnSpc>
              <a:spcBef>
                <a:spcPts val="0"/>
              </a:spcBef>
              <a:spcAft>
                <a:spcPts val="0"/>
              </a:spcAft>
              <a:buClr>
                <a:schemeClr val="dk1"/>
              </a:buClr>
              <a:buSzPts val="1800"/>
              <a:buFont typeface="DM Sans SemiBold"/>
              <a:buNone/>
              <a:defRPr sz="1800" b="0" i="0" u="none" strike="noStrike" cap="none">
                <a:solidFill>
                  <a:schemeClr val="dk1"/>
                </a:solidFill>
                <a:latin typeface="DM Sans SemiBold"/>
                <a:ea typeface="DM Sans SemiBold"/>
                <a:cs typeface="DM Sans SemiBold"/>
                <a:sym typeface="DM Sans SemiBold"/>
              </a:defRPr>
            </a:lvl6pPr>
            <a:lvl7pPr marL="3200400" marR="0" lvl="6" indent="-304800" algn="l" rtl="0">
              <a:lnSpc>
                <a:spcPct val="100000"/>
              </a:lnSpc>
              <a:spcBef>
                <a:spcPts val="0"/>
              </a:spcBef>
              <a:spcAft>
                <a:spcPts val="0"/>
              </a:spcAft>
              <a:buClr>
                <a:schemeClr val="dk1"/>
              </a:buClr>
              <a:buSzPts val="1800"/>
              <a:buFont typeface="DM Sans SemiBold"/>
              <a:buNone/>
              <a:defRPr sz="1800" b="0" i="0" u="none" strike="noStrike" cap="none">
                <a:solidFill>
                  <a:schemeClr val="dk1"/>
                </a:solidFill>
                <a:latin typeface="DM Sans SemiBold"/>
                <a:ea typeface="DM Sans SemiBold"/>
                <a:cs typeface="DM Sans SemiBold"/>
                <a:sym typeface="DM Sans SemiBold"/>
              </a:defRPr>
            </a:lvl7pPr>
            <a:lvl8pPr marL="3657600" marR="0" lvl="7" indent="-304800" algn="l" rtl="0">
              <a:lnSpc>
                <a:spcPct val="100000"/>
              </a:lnSpc>
              <a:spcBef>
                <a:spcPts val="0"/>
              </a:spcBef>
              <a:spcAft>
                <a:spcPts val="0"/>
              </a:spcAft>
              <a:buClr>
                <a:schemeClr val="dk1"/>
              </a:buClr>
              <a:buSzPts val="1800"/>
              <a:buFont typeface="DM Sans SemiBold"/>
              <a:buNone/>
              <a:defRPr sz="1800" b="0" i="0" u="none" strike="noStrike" cap="none">
                <a:solidFill>
                  <a:schemeClr val="dk1"/>
                </a:solidFill>
                <a:latin typeface="DM Sans SemiBold"/>
                <a:ea typeface="DM Sans SemiBold"/>
                <a:cs typeface="DM Sans SemiBold"/>
                <a:sym typeface="DM Sans SemiBold"/>
              </a:defRPr>
            </a:lvl8pPr>
            <a:lvl9pPr marL="4114800" marR="0" lvl="8" indent="-304800" algn="l" rtl="0">
              <a:lnSpc>
                <a:spcPct val="100000"/>
              </a:lnSpc>
              <a:spcBef>
                <a:spcPts val="0"/>
              </a:spcBef>
              <a:spcAft>
                <a:spcPts val="0"/>
              </a:spcAft>
              <a:buClr>
                <a:schemeClr val="dk1"/>
              </a:buClr>
              <a:buSzPts val="1800"/>
              <a:buFont typeface="DM Sans SemiBold"/>
              <a:buNone/>
              <a:defRPr sz="1800" b="0" i="0" u="none" strike="noStrike" cap="none">
                <a:solidFill>
                  <a:schemeClr val="dk1"/>
                </a:solidFill>
                <a:latin typeface="DM Sans SemiBold"/>
                <a:ea typeface="DM Sans SemiBold"/>
                <a:cs typeface="DM Sans SemiBold"/>
                <a:sym typeface="DM Sans SemiBold"/>
              </a:defRPr>
            </a:lvl9pPr>
          </a:lstStyle>
          <a:p>
            <a:pPr marL="0" indent="0"/>
            <a:r>
              <a:rPr lang="en-GB" sz="2400" dirty="0"/>
              <a:t>Nested Object</a:t>
            </a:r>
          </a:p>
        </p:txBody>
      </p:sp>
      <p:sp>
        <p:nvSpPr>
          <p:cNvPr id="6" name="Google Shape;220;p29">
            <a:extLst>
              <a:ext uri="{FF2B5EF4-FFF2-40B4-BE49-F238E27FC236}">
                <a16:creationId xmlns:a16="http://schemas.microsoft.com/office/drawing/2014/main" id="{F2ABA3A9-70CA-444E-BC51-7CD0A40DE7DF}"/>
              </a:ext>
            </a:extLst>
          </p:cNvPr>
          <p:cNvSpPr txBox="1">
            <a:spLocks/>
          </p:cNvSpPr>
          <p:nvPr/>
        </p:nvSpPr>
        <p:spPr>
          <a:xfrm>
            <a:off x="4463200" y="5098529"/>
            <a:ext cx="3265600" cy="5968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04800" algn="ctr" rtl="0">
              <a:lnSpc>
                <a:spcPct val="100000"/>
              </a:lnSpc>
              <a:spcBef>
                <a:spcPts val="0"/>
              </a:spcBef>
              <a:spcAft>
                <a:spcPts val="0"/>
              </a:spcAft>
              <a:buClr>
                <a:schemeClr val="dk1"/>
              </a:buClr>
              <a:buSzPts val="1800"/>
              <a:buFont typeface="DM Sans SemiBold"/>
              <a:buNone/>
              <a:defRPr sz="1800" b="0" i="0" u="none" strike="noStrike" cap="none">
                <a:solidFill>
                  <a:schemeClr val="dk1"/>
                </a:solidFill>
                <a:latin typeface="DM Sans SemiBold"/>
                <a:ea typeface="DM Sans SemiBold"/>
                <a:cs typeface="DM Sans SemiBold"/>
                <a:sym typeface="DM Sans SemiBold"/>
              </a:defRPr>
            </a:lvl1pPr>
            <a:lvl2pPr marL="914400" marR="0" lvl="1" indent="-304800" algn="l" rtl="0">
              <a:lnSpc>
                <a:spcPct val="100000"/>
              </a:lnSpc>
              <a:spcBef>
                <a:spcPts val="0"/>
              </a:spcBef>
              <a:spcAft>
                <a:spcPts val="0"/>
              </a:spcAft>
              <a:buClr>
                <a:schemeClr val="dk1"/>
              </a:buClr>
              <a:buSzPts val="1800"/>
              <a:buFont typeface="DM Sans SemiBold"/>
              <a:buNone/>
              <a:defRPr sz="1800" b="0" i="0" u="none" strike="noStrike" cap="none">
                <a:solidFill>
                  <a:schemeClr val="dk1"/>
                </a:solidFill>
                <a:latin typeface="DM Sans SemiBold"/>
                <a:ea typeface="DM Sans SemiBold"/>
                <a:cs typeface="DM Sans SemiBold"/>
                <a:sym typeface="DM Sans SemiBold"/>
              </a:defRPr>
            </a:lvl2pPr>
            <a:lvl3pPr marL="1371600" marR="0" lvl="2" indent="-304800" algn="l" rtl="0">
              <a:lnSpc>
                <a:spcPct val="100000"/>
              </a:lnSpc>
              <a:spcBef>
                <a:spcPts val="0"/>
              </a:spcBef>
              <a:spcAft>
                <a:spcPts val="0"/>
              </a:spcAft>
              <a:buClr>
                <a:schemeClr val="dk1"/>
              </a:buClr>
              <a:buSzPts val="1800"/>
              <a:buFont typeface="DM Sans SemiBold"/>
              <a:buNone/>
              <a:defRPr sz="1800" b="0" i="0" u="none" strike="noStrike" cap="none">
                <a:solidFill>
                  <a:schemeClr val="dk1"/>
                </a:solidFill>
                <a:latin typeface="DM Sans SemiBold"/>
                <a:ea typeface="DM Sans SemiBold"/>
                <a:cs typeface="DM Sans SemiBold"/>
                <a:sym typeface="DM Sans SemiBold"/>
              </a:defRPr>
            </a:lvl3pPr>
            <a:lvl4pPr marL="1828800" marR="0" lvl="3" indent="-304800" algn="l" rtl="0">
              <a:lnSpc>
                <a:spcPct val="100000"/>
              </a:lnSpc>
              <a:spcBef>
                <a:spcPts val="0"/>
              </a:spcBef>
              <a:spcAft>
                <a:spcPts val="0"/>
              </a:spcAft>
              <a:buClr>
                <a:schemeClr val="dk1"/>
              </a:buClr>
              <a:buSzPts val="1800"/>
              <a:buFont typeface="DM Sans SemiBold"/>
              <a:buNone/>
              <a:defRPr sz="1800" b="0" i="0" u="none" strike="noStrike" cap="none">
                <a:solidFill>
                  <a:schemeClr val="dk1"/>
                </a:solidFill>
                <a:latin typeface="DM Sans SemiBold"/>
                <a:ea typeface="DM Sans SemiBold"/>
                <a:cs typeface="DM Sans SemiBold"/>
                <a:sym typeface="DM Sans SemiBold"/>
              </a:defRPr>
            </a:lvl4pPr>
            <a:lvl5pPr marL="2286000" marR="0" lvl="4" indent="-304800" algn="l" rtl="0">
              <a:lnSpc>
                <a:spcPct val="100000"/>
              </a:lnSpc>
              <a:spcBef>
                <a:spcPts val="0"/>
              </a:spcBef>
              <a:spcAft>
                <a:spcPts val="0"/>
              </a:spcAft>
              <a:buClr>
                <a:schemeClr val="dk1"/>
              </a:buClr>
              <a:buSzPts val="1800"/>
              <a:buFont typeface="DM Sans SemiBold"/>
              <a:buNone/>
              <a:defRPr sz="1800" b="0" i="0" u="none" strike="noStrike" cap="none">
                <a:solidFill>
                  <a:schemeClr val="dk1"/>
                </a:solidFill>
                <a:latin typeface="DM Sans SemiBold"/>
                <a:ea typeface="DM Sans SemiBold"/>
                <a:cs typeface="DM Sans SemiBold"/>
                <a:sym typeface="DM Sans SemiBold"/>
              </a:defRPr>
            </a:lvl5pPr>
            <a:lvl6pPr marL="2743200" marR="0" lvl="5" indent="-304800" algn="l" rtl="0">
              <a:lnSpc>
                <a:spcPct val="100000"/>
              </a:lnSpc>
              <a:spcBef>
                <a:spcPts val="0"/>
              </a:spcBef>
              <a:spcAft>
                <a:spcPts val="0"/>
              </a:spcAft>
              <a:buClr>
                <a:schemeClr val="dk1"/>
              </a:buClr>
              <a:buSzPts val="1800"/>
              <a:buFont typeface="DM Sans SemiBold"/>
              <a:buNone/>
              <a:defRPr sz="1800" b="0" i="0" u="none" strike="noStrike" cap="none">
                <a:solidFill>
                  <a:schemeClr val="dk1"/>
                </a:solidFill>
                <a:latin typeface="DM Sans SemiBold"/>
                <a:ea typeface="DM Sans SemiBold"/>
                <a:cs typeface="DM Sans SemiBold"/>
                <a:sym typeface="DM Sans SemiBold"/>
              </a:defRPr>
            </a:lvl6pPr>
            <a:lvl7pPr marL="3200400" marR="0" lvl="6" indent="-304800" algn="l" rtl="0">
              <a:lnSpc>
                <a:spcPct val="100000"/>
              </a:lnSpc>
              <a:spcBef>
                <a:spcPts val="0"/>
              </a:spcBef>
              <a:spcAft>
                <a:spcPts val="0"/>
              </a:spcAft>
              <a:buClr>
                <a:schemeClr val="dk1"/>
              </a:buClr>
              <a:buSzPts val="1800"/>
              <a:buFont typeface="DM Sans SemiBold"/>
              <a:buNone/>
              <a:defRPr sz="1800" b="0" i="0" u="none" strike="noStrike" cap="none">
                <a:solidFill>
                  <a:schemeClr val="dk1"/>
                </a:solidFill>
                <a:latin typeface="DM Sans SemiBold"/>
                <a:ea typeface="DM Sans SemiBold"/>
                <a:cs typeface="DM Sans SemiBold"/>
                <a:sym typeface="DM Sans SemiBold"/>
              </a:defRPr>
            </a:lvl7pPr>
            <a:lvl8pPr marL="3657600" marR="0" lvl="7" indent="-304800" algn="l" rtl="0">
              <a:lnSpc>
                <a:spcPct val="100000"/>
              </a:lnSpc>
              <a:spcBef>
                <a:spcPts val="0"/>
              </a:spcBef>
              <a:spcAft>
                <a:spcPts val="0"/>
              </a:spcAft>
              <a:buClr>
                <a:schemeClr val="dk1"/>
              </a:buClr>
              <a:buSzPts val="1800"/>
              <a:buFont typeface="DM Sans SemiBold"/>
              <a:buNone/>
              <a:defRPr sz="1800" b="0" i="0" u="none" strike="noStrike" cap="none">
                <a:solidFill>
                  <a:schemeClr val="dk1"/>
                </a:solidFill>
                <a:latin typeface="DM Sans SemiBold"/>
                <a:ea typeface="DM Sans SemiBold"/>
                <a:cs typeface="DM Sans SemiBold"/>
                <a:sym typeface="DM Sans SemiBold"/>
              </a:defRPr>
            </a:lvl8pPr>
            <a:lvl9pPr marL="4114800" marR="0" lvl="8" indent="-304800" algn="l" rtl="0">
              <a:lnSpc>
                <a:spcPct val="100000"/>
              </a:lnSpc>
              <a:spcBef>
                <a:spcPts val="0"/>
              </a:spcBef>
              <a:spcAft>
                <a:spcPts val="0"/>
              </a:spcAft>
              <a:buClr>
                <a:schemeClr val="dk1"/>
              </a:buClr>
              <a:buSzPts val="1800"/>
              <a:buFont typeface="DM Sans SemiBold"/>
              <a:buNone/>
              <a:defRPr sz="1800" b="0" i="0" u="none" strike="noStrike" cap="none">
                <a:solidFill>
                  <a:schemeClr val="dk1"/>
                </a:solidFill>
                <a:latin typeface="DM Sans SemiBold"/>
                <a:ea typeface="DM Sans SemiBold"/>
                <a:cs typeface="DM Sans SemiBold"/>
                <a:sym typeface="DM Sans SemiBold"/>
              </a:defRPr>
            </a:lvl9pPr>
          </a:lstStyle>
          <a:p>
            <a:pPr marL="0" indent="0"/>
            <a:r>
              <a:rPr lang="en-GB" sz="2400" dirty="0"/>
              <a:t>This keyword</a:t>
            </a:r>
          </a:p>
        </p:txBody>
      </p:sp>
      <p:sp>
        <p:nvSpPr>
          <p:cNvPr id="7" name="Google Shape;220;p29">
            <a:extLst>
              <a:ext uri="{FF2B5EF4-FFF2-40B4-BE49-F238E27FC236}">
                <a16:creationId xmlns:a16="http://schemas.microsoft.com/office/drawing/2014/main" id="{3156B1B5-BD69-035C-411C-2E11365D72A4}"/>
              </a:ext>
            </a:extLst>
          </p:cNvPr>
          <p:cNvSpPr txBox="1">
            <a:spLocks/>
          </p:cNvSpPr>
          <p:nvPr/>
        </p:nvSpPr>
        <p:spPr>
          <a:xfrm>
            <a:off x="7977527" y="5098529"/>
            <a:ext cx="3265600" cy="5968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04800" algn="ctr" rtl="0">
              <a:lnSpc>
                <a:spcPct val="100000"/>
              </a:lnSpc>
              <a:spcBef>
                <a:spcPts val="0"/>
              </a:spcBef>
              <a:spcAft>
                <a:spcPts val="0"/>
              </a:spcAft>
              <a:buClr>
                <a:schemeClr val="dk1"/>
              </a:buClr>
              <a:buSzPts val="1800"/>
              <a:buFont typeface="DM Sans SemiBold"/>
              <a:buNone/>
              <a:defRPr sz="1800" b="0" i="0" u="none" strike="noStrike" cap="none">
                <a:solidFill>
                  <a:schemeClr val="dk1"/>
                </a:solidFill>
                <a:latin typeface="DM Sans SemiBold"/>
                <a:ea typeface="DM Sans SemiBold"/>
                <a:cs typeface="DM Sans SemiBold"/>
                <a:sym typeface="DM Sans SemiBold"/>
              </a:defRPr>
            </a:lvl1pPr>
            <a:lvl2pPr marL="914400" marR="0" lvl="1" indent="-304800" algn="l" rtl="0">
              <a:lnSpc>
                <a:spcPct val="100000"/>
              </a:lnSpc>
              <a:spcBef>
                <a:spcPts val="0"/>
              </a:spcBef>
              <a:spcAft>
                <a:spcPts val="0"/>
              </a:spcAft>
              <a:buClr>
                <a:schemeClr val="dk1"/>
              </a:buClr>
              <a:buSzPts val="1800"/>
              <a:buFont typeface="DM Sans SemiBold"/>
              <a:buNone/>
              <a:defRPr sz="1800" b="0" i="0" u="none" strike="noStrike" cap="none">
                <a:solidFill>
                  <a:schemeClr val="dk1"/>
                </a:solidFill>
                <a:latin typeface="DM Sans SemiBold"/>
                <a:ea typeface="DM Sans SemiBold"/>
                <a:cs typeface="DM Sans SemiBold"/>
                <a:sym typeface="DM Sans SemiBold"/>
              </a:defRPr>
            </a:lvl2pPr>
            <a:lvl3pPr marL="1371600" marR="0" lvl="2" indent="-304800" algn="l" rtl="0">
              <a:lnSpc>
                <a:spcPct val="100000"/>
              </a:lnSpc>
              <a:spcBef>
                <a:spcPts val="0"/>
              </a:spcBef>
              <a:spcAft>
                <a:spcPts val="0"/>
              </a:spcAft>
              <a:buClr>
                <a:schemeClr val="dk1"/>
              </a:buClr>
              <a:buSzPts val="1800"/>
              <a:buFont typeface="DM Sans SemiBold"/>
              <a:buNone/>
              <a:defRPr sz="1800" b="0" i="0" u="none" strike="noStrike" cap="none">
                <a:solidFill>
                  <a:schemeClr val="dk1"/>
                </a:solidFill>
                <a:latin typeface="DM Sans SemiBold"/>
                <a:ea typeface="DM Sans SemiBold"/>
                <a:cs typeface="DM Sans SemiBold"/>
                <a:sym typeface="DM Sans SemiBold"/>
              </a:defRPr>
            </a:lvl3pPr>
            <a:lvl4pPr marL="1828800" marR="0" lvl="3" indent="-304800" algn="l" rtl="0">
              <a:lnSpc>
                <a:spcPct val="100000"/>
              </a:lnSpc>
              <a:spcBef>
                <a:spcPts val="0"/>
              </a:spcBef>
              <a:spcAft>
                <a:spcPts val="0"/>
              </a:spcAft>
              <a:buClr>
                <a:schemeClr val="dk1"/>
              </a:buClr>
              <a:buSzPts val="1800"/>
              <a:buFont typeface="DM Sans SemiBold"/>
              <a:buNone/>
              <a:defRPr sz="1800" b="0" i="0" u="none" strike="noStrike" cap="none">
                <a:solidFill>
                  <a:schemeClr val="dk1"/>
                </a:solidFill>
                <a:latin typeface="DM Sans SemiBold"/>
                <a:ea typeface="DM Sans SemiBold"/>
                <a:cs typeface="DM Sans SemiBold"/>
                <a:sym typeface="DM Sans SemiBold"/>
              </a:defRPr>
            </a:lvl4pPr>
            <a:lvl5pPr marL="2286000" marR="0" lvl="4" indent="-304800" algn="l" rtl="0">
              <a:lnSpc>
                <a:spcPct val="100000"/>
              </a:lnSpc>
              <a:spcBef>
                <a:spcPts val="0"/>
              </a:spcBef>
              <a:spcAft>
                <a:spcPts val="0"/>
              </a:spcAft>
              <a:buClr>
                <a:schemeClr val="dk1"/>
              </a:buClr>
              <a:buSzPts val="1800"/>
              <a:buFont typeface="DM Sans SemiBold"/>
              <a:buNone/>
              <a:defRPr sz="1800" b="0" i="0" u="none" strike="noStrike" cap="none">
                <a:solidFill>
                  <a:schemeClr val="dk1"/>
                </a:solidFill>
                <a:latin typeface="DM Sans SemiBold"/>
                <a:ea typeface="DM Sans SemiBold"/>
                <a:cs typeface="DM Sans SemiBold"/>
                <a:sym typeface="DM Sans SemiBold"/>
              </a:defRPr>
            </a:lvl5pPr>
            <a:lvl6pPr marL="2743200" marR="0" lvl="5" indent="-304800" algn="l" rtl="0">
              <a:lnSpc>
                <a:spcPct val="100000"/>
              </a:lnSpc>
              <a:spcBef>
                <a:spcPts val="0"/>
              </a:spcBef>
              <a:spcAft>
                <a:spcPts val="0"/>
              </a:spcAft>
              <a:buClr>
                <a:schemeClr val="dk1"/>
              </a:buClr>
              <a:buSzPts val="1800"/>
              <a:buFont typeface="DM Sans SemiBold"/>
              <a:buNone/>
              <a:defRPr sz="1800" b="0" i="0" u="none" strike="noStrike" cap="none">
                <a:solidFill>
                  <a:schemeClr val="dk1"/>
                </a:solidFill>
                <a:latin typeface="DM Sans SemiBold"/>
                <a:ea typeface="DM Sans SemiBold"/>
                <a:cs typeface="DM Sans SemiBold"/>
                <a:sym typeface="DM Sans SemiBold"/>
              </a:defRPr>
            </a:lvl6pPr>
            <a:lvl7pPr marL="3200400" marR="0" lvl="6" indent="-304800" algn="l" rtl="0">
              <a:lnSpc>
                <a:spcPct val="100000"/>
              </a:lnSpc>
              <a:spcBef>
                <a:spcPts val="0"/>
              </a:spcBef>
              <a:spcAft>
                <a:spcPts val="0"/>
              </a:spcAft>
              <a:buClr>
                <a:schemeClr val="dk1"/>
              </a:buClr>
              <a:buSzPts val="1800"/>
              <a:buFont typeface="DM Sans SemiBold"/>
              <a:buNone/>
              <a:defRPr sz="1800" b="0" i="0" u="none" strike="noStrike" cap="none">
                <a:solidFill>
                  <a:schemeClr val="dk1"/>
                </a:solidFill>
                <a:latin typeface="DM Sans SemiBold"/>
                <a:ea typeface="DM Sans SemiBold"/>
                <a:cs typeface="DM Sans SemiBold"/>
                <a:sym typeface="DM Sans SemiBold"/>
              </a:defRPr>
            </a:lvl7pPr>
            <a:lvl8pPr marL="3657600" marR="0" lvl="7" indent="-304800" algn="l" rtl="0">
              <a:lnSpc>
                <a:spcPct val="100000"/>
              </a:lnSpc>
              <a:spcBef>
                <a:spcPts val="0"/>
              </a:spcBef>
              <a:spcAft>
                <a:spcPts val="0"/>
              </a:spcAft>
              <a:buClr>
                <a:schemeClr val="dk1"/>
              </a:buClr>
              <a:buSzPts val="1800"/>
              <a:buFont typeface="DM Sans SemiBold"/>
              <a:buNone/>
              <a:defRPr sz="1800" b="0" i="0" u="none" strike="noStrike" cap="none">
                <a:solidFill>
                  <a:schemeClr val="dk1"/>
                </a:solidFill>
                <a:latin typeface="DM Sans SemiBold"/>
                <a:ea typeface="DM Sans SemiBold"/>
                <a:cs typeface="DM Sans SemiBold"/>
                <a:sym typeface="DM Sans SemiBold"/>
              </a:defRPr>
            </a:lvl8pPr>
            <a:lvl9pPr marL="4114800" marR="0" lvl="8" indent="-304800" algn="l" rtl="0">
              <a:lnSpc>
                <a:spcPct val="100000"/>
              </a:lnSpc>
              <a:spcBef>
                <a:spcPts val="0"/>
              </a:spcBef>
              <a:spcAft>
                <a:spcPts val="0"/>
              </a:spcAft>
              <a:buClr>
                <a:schemeClr val="dk1"/>
              </a:buClr>
              <a:buSzPts val="1800"/>
              <a:buFont typeface="DM Sans SemiBold"/>
              <a:buNone/>
              <a:defRPr sz="1800" b="0" i="0" u="none" strike="noStrike" cap="none">
                <a:solidFill>
                  <a:schemeClr val="dk1"/>
                </a:solidFill>
                <a:latin typeface="DM Sans SemiBold"/>
                <a:ea typeface="DM Sans SemiBold"/>
                <a:cs typeface="DM Sans SemiBold"/>
                <a:sym typeface="DM Sans SemiBold"/>
              </a:defRPr>
            </a:lvl9pPr>
          </a:lstStyle>
          <a:p>
            <a:pPr marL="0" indent="0"/>
            <a:r>
              <a:rPr lang="en-GB" sz="2400" dirty="0"/>
              <a:t>Exercise</a:t>
            </a:r>
          </a:p>
        </p:txBody>
      </p:sp>
    </p:spTree>
    <p:extLst>
      <p:ext uri="{BB962C8B-B14F-4D97-AF65-F5344CB8AC3E}">
        <p14:creationId xmlns:p14="http://schemas.microsoft.com/office/powerpoint/2010/main" val="418411696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65"/>
        <p:cNvGrpSpPr/>
        <p:nvPr/>
      </p:nvGrpSpPr>
      <p:grpSpPr>
        <a:xfrm>
          <a:off x="0" y="0"/>
          <a:ext cx="0" cy="0"/>
          <a:chOff x="0" y="0"/>
          <a:chExt cx="0" cy="0"/>
        </a:xfrm>
      </p:grpSpPr>
      <p:sp>
        <p:nvSpPr>
          <p:cNvPr id="267" name="Google Shape;267;p33"/>
          <p:cNvSpPr txBox="1">
            <a:spLocks noGrp="1"/>
          </p:cNvSpPr>
          <p:nvPr>
            <p:ph type="title"/>
          </p:nvPr>
        </p:nvSpPr>
        <p:spPr>
          <a:xfrm>
            <a:off x="960000" y="593367"/>
            <a:ext cx="10272000" cy="763600"/>
          </a:xfrm>
          <a:prstGeom prst="rect">
            <a:avLst/>
          </a:prstGeom>
        </p:spPr>
        <p:txBody>
          <a:bodyPr spcFirstLastPara="1" vert="horz" wrap="square" lIns="121900" tIns="121900" rIns="121900" bIns="121900" rtlCol="0" anchor="t" anchorCtr="0">
            <a:noAutofit/>
          </a:bodyPr>
          <a:lstStyle/>
          <a:p>
            <a:r>
              <a:rPr lang="en" dirty="0"/>
              <a:t>Introduction to Object</a:t>
            </a:r>
            <a:endParaRPr dirty="0"/>
          </a:p>
        </p:txBody>
      </p:sp>
      <p:sp>
        <p:nvSpPr>
          <p:cNvPr id="10" name="TextBox 9">
            <a:extLst>
              <a:ext uri="{FF2B5EF4-FFF2-40B4-BE49-F238E27FC236}">
                <a16:creationId xmlns:a16="http://schemas.microsoft.com/office/drawing/2014/main" id="{7AF3C942-2746-B6DA-72D5-69FB14BFBB28}"/>
              </a:ext>
            </a:extLst>
          </p:cNvPr>
          <p:cNvSpPr txBox="1"/>
          <p:nvPr/>
        </p:nvSpPr>
        <p:spPr>
          <a:xfrm>
            <a:off x="960000" y="1487837"/>
            <a:ext cx="10272000" cy="3097066"/>
          </a:xfrm>
          <a:prstGeom prst="rect">
            <a:avLst/>
          </a:prstGeom>
          <a:noFill/>
        </p:spPr>
        <p:txBody>
          <a:bodyPr wrap="square" rtlCol="0">
            <a:spAutoFit/>
          </a:bodyPr>
          <a:lstStyle/>
          <a:p>
            <a:pPr>
              <a:lnSpc>
                <a:spcPct val="150000"/>
              </a:lnSpc>
            </a:pPr>
            <a:r>
              <a:rPr lang="en-GB" sz="2667" dirty="0">
                <a:latin typeface="Times New Roman" panose="02020603050405020304" pitchFamily="18" charset="0"/>
                <a:cs typeface="Times New Roman" panose="02020603050405020304" pitchFamily="18" charset="0"/>
              </a:rPr>
              <a:t>A JavaScript object is a special type of data that stores information in key-value pairs. The key is like a name or label, and the value is the data for that key. You can store numbers, text, arrays, other objects, or even functions as values in an object. Objects are used to group related data together.</a:t>
            </a:r>
          </a:p>
        </p:txBody>
      </p:sp>
    </p:spTree>
    <p:extLst>
      <p:ext uri="{BB962C8B-B14F-4D97-AF65-F5344CB8AC3E}">
        <p14:creationId xmlns:p14="http://schemas.microsoft.com/office/powerpoint/2010/main" val="43447179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65">
          <a:extLst>
            <a:ext uri="{FF2B5EF4-FFF2-40B4-BE49-F238E27FC236}">
              <a16:creationId xmlns:a16="http://schemas.microsoft.com/office/drawing/2014/main" id="{6F527CF4-D3EC-394D-FCA5-2165C38DDF81}"/>
            </a:ext>
          </a:extLst>
        </p:cNvPr>
        <p:cNvGrpSpPr/>
        <p:nvPr/>
      </p:nvGrpSpPr>
      <p:grpSpPr>
        <a:xfrm>
          <a:off x="0" y="0"/>
          <a:ext cx="0" cy="0"/>
          <a:chOff x="0" y="0"/>
          <a:chExt cx="0" cy="0"/>
        </a:xfrm>
      </p:grpSpPr>
      <p:sp>
        <p:nvSpPr>
          <p:cNvPr id="267" name="Google Shape;267;p33">
            <a:extLst>
              <a:ext uri="{FF2B5EF4-FFF2-40B4-BE49-F238E27FC236}">
                <a16:creationId xmlns:a16="http://schemas.microsoft.com/office/drawing/2014/main" id="{F63BC776-E2DE-B87D-99F5-C22D89257F2A}"/>
              </a:ext>
            </a:extLst>
          </p:cNvPr>
          <p:cNvSpPr txBox="1">
            <a:spLocks noGrp="1"/>
          </p:cNvSpPr>
          <p:nvPr>
            <p:ph type="title"/>
          </p:nvPr>
        </p:nvSpPr>
        <p:spPr>
          <a:xfrm>
            <a:off x="960000" y="593367"/>
            <a:ext cx="10272000" cy="763600"/>
          </a:xfrm>
          <a:prstGeom prst="rect">
            <a:avLst/>
          </a:prstGeom>
        </p:spPr>
        <p:txBody>
          <a:bodyPr spcFirstLastPara="1" vert="horz" wrap="square" lIns="121900" tIns="121900" rIns="121900" bIns="121900" rtlCol="0" anchor="t" anchorCtr="0">
            <a:noAutofit/>
          </a:bodyPr>
          <a:lstStyle/>
          <a:p>
            <a:r>
              <a:rPr lang="en" dirty="0"/>
              <a:t>Introduction……….</a:t>
            </a:r>
            <a:endParaRPr dirty="0"/>
          </a:p>
        </p:txBody>
      </p:sp>
      <p:sp>
        <p:nvSpPr>
          <p:cNvPr id="10" name="TextBox 9">
            <a:extLst>
              <a:ext uri="{FF2B5EF4-FFF2-40B4-BE49-F238E27FC236}">
                <a16:creationId xmlns:a16="http://schemas.microsoft.com/office/drawing/2014/main" id="{84D1AC8B-32CA-9F9F-00F3-E27D55A972A2}"/>
              </a:ext>
            </a:extLst>
          </p:cNvPr>
          <p:cNvSpPr txBox="1"/>
          <p:nvPr/>
        </p:nvSpPr>
        <p:spPr>
          <a:xfrm>
            <a:off x="921195" y="1356967"/>
            <a:ext cx="10272000" cy="2481385"/>
          </a:xfrm>
          <a:prstGeom prst="rect">
            <a:avLst/>
          </a:prstGeom>
          <a:noFill/>
        </p:spPr>
        <p:txBody>
          <a:bodyPr wrap="square" rtlCol="0">
            <a:spAutoFit/>
          </a:bodyPr>
          <a:lstStyle/>
          <a:p>
            <a:pPr>
              <a:lnSpc>
                <a:spcPct val="150000"/>
              </a:lnSpc>
            </a:pPr>
            <a:r>
              <a:rPr lang="en-GB" sz="2667" dirty="0">
                <a:latin typeface="Times New Roman" panose="02020603050405020304" pitchFamily="18" charset="0"/>
                <a:cs typeface="Times New Roman" panose="02020603050405020304" pitchFamily="18" charset="0"/>
              </a:rPr>
              <a:t>For example, if you want to store information about a car, instead of having many separate variables like </a:t>
            </a:r>
            <a:r>
              <a:rPr lang="en-GB" sz="2667" dirty="0" err="1">
                <a:solidFill>
                  <a:srgbClr val="FF0000"/>
                </a:solidFill>
                <a:latin typeface="Times New Roman" panose="02020603050405020304" pitchFamily="18" charset="0"/>
                <a:cs typeface="Times New Roman" panose="02020603050405020304" pitchFamily="18" charset="0"/>
              </a:rPr>
              <a:t>carColor</a:t>
            </a:r>
            <a:r>
              <a:rPr lang="en-GB" sz="2667" dirty="0">
                <a:latin typeface="Times New Roman" panose="02020603050405020304" pitchFamily="18" charset="0"/>
                <a:cs typeface="Times New Roman" panose="02020603050405020304" pitchFamily="18" charset="0"/>
              </a:rPr>
              <a:t>, </a:t>
            </a:r>
            <a:r>
              <a:rPr lang="en-GB" sz="2667" dirty="0" err="1">
                <a:solidFill>
                  <a:srgbClr val="FF0000"/>
                </a:solidFill>
                <a:latin typeface="Times New Roman" panose="02020603050405020304" pitchFamily="18" charset="0"/>
                <a:cs typeface="Times New Roman" panose="02020603050405020304" pitchFamily="18" charset="0"/>
              </a:rPr>
              <a:t>carModel</a:t>
            </a:r>
            <a:r>
              <a:rPr lang="en-GB" sz="2667" dirty="0">
                <a:latin typeface="Times New Roman" panose="02020603050405020304" pitchFamily="18" charset="0"/>
                <a:cs typeface="Times New Roman" panose="02020603050405020304" pitchFamily="18" charset="0"/>
              </a:rPr>
              <a:t>, and </a:t>
            </a:r>
            <a:r>
              <a:rPr lang="en-GB" sz="2667" dirty="0" err="1">
                <a:solidFill>
                  <a:srgbClr val="FF0000"/>
                </a:solidFill>
                <a:latin typeface="Times New Roman" panose="02020603050405020304" pitchFamily="18" charset="0"/>
                <a:cs typeface="Times New Roman" panose="02020603050405020304" pitchFamily="18" charset="0"/>
              </a:rPr>
              <a:t>carYear</a:t>
            </a:r>
            <a:r>
              <a:rPr lang="en-GB" sz="2667" dirty="0">
                <a:latin typeface="Times New Roman" panose="02020603050405020304" pitchFamily="18" charset="0"/>
                <a:cs typeface="Times New Roman" panose="02020603050405020304" pitchFamily="18" charset="0"/>
              </a:rPr>
              <a:t>, you can put them inside one object called </a:t>
            </a:r>
            <a:r>
              <a:rPr lang="en-GB" sz="2667" dirty="0">
                <a:solidFill>
                  <a:srgbClr val="FF0000"/>
                </a:solidFill>
                <a:latin typeface="Times New Roman" panose="02020603050405020304" pitchFamily="18" charset="0"/>
                <a:cs typeface="Times New Roman" panose="02020603050405020304" pitchFamily="18" charset="0"/>
              </a:rPr>
              <a:t>car</a:t>
            </a:r>
            <a:r>
              <a:rPr lang="en-GB" sz="2667" dirty="0">
                <a:latin typeface="Times New Roman" panose="02020603050405020304" pitchFamily="18" charset="0"/>
                <a:cs typeface="Times New Roman" panose="02020603050405020304" pitchFamily="18" charset="0"/>
              </a:rPr>
              <a:t>. This makes your code cleaner and easier to manage.</a:t>
            </a:r>
          </a:p>
        </p:txBody>
      </p:sp>
      <p:pic>
        <p:nvPicPr>
          <p:cNvPr id="3" name="Picture 2">
            <a:extLst>
              <a:ext uri="{FF2B5EF4-FFF2-40B4-BE49-F238E27FC236}">
                <a16:creationId xmlns:a16="http://schemas.microsoft.com/office/drawing/2014/main" id="{86505833-379E-C0E8-AD54-0BFA1A164551}"/>
              </a:ext>
            </a:extLst>
          </p:cNvPr>
          <p:cNvPicPr>
            <a:picLocks noChangeAspect="1"/>
          </p:cNvPicPr>
          <p:nvPr/>
        </p:nvPicPr>
        <p:blipFill>
          <a:blip r:embed="rId3"/>
          <a:stretch>
            <a:fillRect/>
          </a:stretch>
        </p:blipFill>
        <p:spPr>
          <a:xfrm>
            <a:off x="998805" y="3902981"/>
            <a:ext cx="10194391" cy="2955019"/>
          </a:xfrm>
          <a:prstGeom prst="rect">
            <a:avLst/>
          </a:prstGeom>
        </p:spPr>
      </p:pic>
    </p:spTree>
    <p:extLst>
      <p:ext uri="{BB962C8B-B14F-4D97-AF65-F5344CB8AC3E}">
        <p14:creationId xmlns:p14="http://schemas.microsoft.com/office/powerpoint/2010/main" val="174071470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65">
          <a:extLst>
            <a:ext uri="{FF2B5EF4-FFF2-40B4-BE49-F238E27FC236}">
              <a16:creationId xmlns:a16="http://schemas.microsoft.com/office/drawing/2014/main" id="{71D46CCA-CB49-31E0-B7DB-8A5C5E650751}"/>
            </a:ext>
          </a:extLst>
        </p:cNvPr>
        <p:cNvGrpSpPr/>
        <p:nvPr/>
      </p:nvGrpSpPr>
      <p:grpSpPr>
        <a:xfrm>
          <a:off x="0" y="0"/>
          <a:ext cx="0" cy="0"/>
          <a:chOff x="0" y="0"/>
          <a:chExt cx="0" cy="0"/>
        </a:xfrm>
      </p:grpSpPr>
      <p:sp>
        <p:nvSpPr>
          <p:cNvPr id="10" name="TextBox 9">
            <a:extLst>
              <a:ext uri="{FF2B5EF4-FFF2-40B4-BE49-F238E27FC236}">
                <a16:creationId xmlns:a16="http://schemas.microsoft.com/office/drawing/2014/main" id="{C69CF8D0-7443-F1A3-5480-73FBBF95E9F0}"/>
              </a:ext>
            </a:extLst>
          </p:cNvPr>
          <p:cNvSpPr txBox="1"/>
          <p:nvPr/>
        </p:nvSpPr>
        <p:spPr>
          <a:xfrm>
            <a:off x="981773" y="932667"/>
            <a:ext cx="5249655" cy="3227807"/>
          </a:xfrm>
          <a:prstGeom prst="rect">
            <a:avLst/>
          </a:prstGeom>
          <a:noFill/>
        </p:spPr>
        <p:txBody>
          <a:bodyPr wrap="square" rtlCol="0">
            <a:spAutoFit/>
          </a:bodyPr>
          <a:lstStyle/>
          <a:p>
            <a:pPr>
              <a:lnSpc>
                <a:spcPct val="150000"/>
              </a:lnSpc>
            </a:pPr>
            <a:r>
              <a:rPr lang="en-GB" sz="3200" dirty="0">
                <a:latin typeface="Times New Roman" panose="02020603050405020304" pitchFamily="18" charset="0"/>
                <a:cs typeface="Times New Roman" panose="02020603050405020304" pitchFamily="18" charset="0"/>
              </a:rPr>
              <a:t>Simple Syntax</a:t>
            </a:r>
          </a:p>
          <a:p>
            <a:pPr>
              <a:lnSpc>
                <a:spcPct val="150000"/>
              </a:lnSpc>
            </a:pPr>
            <a:r>
              <a:rPr lang="en-GB" sz="2667" dirty="0">
                <a:latin typeface="Consolas" panose="020B0609020204030204" pitchFamily="49" charset="0"/>
                <a:cs typeface="Times New Roman" panose="02020603050405020304" pitchFamily="18" charset="0"/>
              </a:rPr>
              <a:t>Let </a:t>
            </a:r>
            <a:r>
              <a:rPr lang="en-GB" sz="2667" dirty="0" err="1">
                <a:latin typeface="Consolas" panose="020B0609020204030204" pitchFamily="49" charset="0"/>
                <a:cs typeface="Times New Roman" panose="02020603050405020304" pitchFamily="18" charset="0"/>
              </a:rPr>
              <a:t>objectName</a:t>
            </a:r>
            <a:r>
              <a:rPr lang="en-GB" sz="2667" dirty="0">
                <a:latin typeface="Consolas" panose="020B0609020204030204" pitchFamily="49" charset="0"/>
                <a:cs typeface="Times New Roman" panose="02020603050405020304" pitchFamily="18" charset="0"/>
              </a:rPr>
              <a:t> {</a:t>
            </a:r>
          </a:p>
          <a:p>
            <a:pPr>
              <a:lnSpc>
                <a:spcPct val="150000"/>
              </a:lnSpc>
            </a:pPr>
            <a:r>
              <a:rPr lang="en-GB" sz="2667" dirty="0">
                <a:latin typeface="Consolas" panose="020B0609020204030204" pitchFamily="49" charset="0"/>
                <a:cs typeface="Times New Roman" panose="02020603050405020304" pitchFamily="18" charset="0"/>
              </a:rPr>
              <a:t>	</a:t>
            </a:r>
            <a:r>
              <a:rPr lang="en-GB" sz="2667" dirty="0" err="1">
                <a:latin typeface="Consolas" panose="020B0609020204030204" pitchFamily="49" charset="0"/>
                <a:cs typeface="Times New Roman" panose="02020603050405020304" pitchFamily="18" charset="0"/>
              </a:rPr>
              <a:t>PropertyName</a:t>
            </a:r>
            <a:r>
              <a:rPr lang="en-GB" sz="2667" dirty="0">
                <a:latin typeface="Consolas" panose="020B0609020204030204" pitchFamily="49" charset="0"/>
                <a:cs typeface="Times New Roman" panose="02020603050405020304" pitchFamily="18" charset="0"/>
              </a:rPr>
              <a:t>: value,</a:t>
            </a:r>
          </a:p>
          <a:p>
            <a:pPr>
              <a:lnSpc>
                <a:spcPct val="150000"/>
              </a:lnSpc>
            </a:pPr>
            <a:r>
              <a:rPr lang="en-GB" sz="2667" dirty="0">
                <a:latin typeface="Consolas" panose="020B0609020204030204" pitchFamily="49" charset="0"/>
                <a:cs typeface="Times New Roman" panose="02020603050405020304" pitchFamily="18" charset="0"/>
              </a:rPr>
              <a:t>	</a:t>
            </a:r>
            <a:r>
              <a:rPr lang="en-GB" sz="2667" dirty="0" err="1">
                <a:latin typeface="Consolas" panose="020B0609020204030204" pitchFamily="49" charset="0"/>
                <a:cs typeface="Times New Roman" panose="02020603050405020304" pitchFamily="18" charset="0"/>
              </a:rPr>
              <a:t>PropertyName</a:t>
            </a:r>
            <a:r>
              <a:rPr lang="en-GB" sz="2667" dirty="0">
                <a:latin typeface="Consolas" panose="020B0609020204030204" pitchFamily="49" charset="0"/>
                <a:cs typeface="Times New Roman" panose="02020603050405020304" pitchFamily="18" charset="0"/>
              </a:rPr>
              <a:t>: value,</a:t>
            </a:r>
          </a:p>
          <a:p>
            <a:pPr>
              <a:lnSpc>
                <a:spcPct val="150000"/>
              </a:lnSpc>
            </a:pPr>
            <a:r>
              <a:rPr lang="en-GB" sz="2667" dirty="0">
                <a:latin typeface="Consolas" panose="020B0609020204030204" pitchFamily="49" charset="0"/>
                <a:cs typeface="Times New Roman" panose="02020603050405020304" pitchFamily="18" charset="0"/>
              </a:rPr>
              <a:t>};</a:t>
            </a:r>
          </a:p>
        </p:txBody>
      </p:sp>
      <p:sp>
        <p:nvSpPr>
          <p:cNvPr id="2" name="TextBox 1">
            <a:extLst>
              <a:ext uri="{FF2B5EF4-FFF2-40B4-BE49-F238E27FC236}">
                <a16:creationId xmlns:a16="http://schemas.microsoft.com/office/drawing/2014/main" id="{C3512FB3-D974-EB5A-80A8-918D3315296E}"/>
              </a:ext>
            </a:extLst>
          </p:cNvPr>
          <p:cNvSpPr txBox="1"/>
          <p:nvPr/>
        </p:nvSpPr>
        <p:spPr>
          <a:xfrm>
            <a:off x="6562515" y="932666"/>
            <a:ext cx="5249655" cy="3843488"/>
          </a:xfrm>
          <a:prstGeom prst="rect">
            <a:avLst/>
          </a:prstGeom>
          <a:noFill/>
        </p:spPr>
        <p:txBody>
          <a:bodyPr wrap="square" rtlCol="0">
            <a:spAutoFit/>
          </a:bodyPr>
          <a:lstStyle/>
          <a:p>
            <a:pPr>
              <a:lnSpc>
                <a:spcPct val="150000"/>
              </a:lnSpc>
            </a:pPr>
            <a:r>
              <a:rPr lang="en-GB" sz="3200" dirty="0">
                <a:latin typeface="Times New Roman" panose="02020603050405020304" pitchFamily="18" charset="0"/>
                <a:cs typeface="Times New Roman" panose="02020603050405020304" pitchFamily="18" charset="0"/>
              </a:rPr>
              <a:t>Example:</a:t>
            </a:r>
          </a:p>
          <a:p>
            <a:pPr>
              <a:lnSpc>
                <a:spcPct val="150000"/>
              </a:lnSpc>
            </a:pPr>
            <a:r>
              <a:rPr lang="en-GB" sz="2667" dirty="0">
                <a:latin typeface="Consolas" panose="020B0609020204030204" pitchFamily="49" charset="0"/>
                <a:cs typeface="Times New Roman" panose="02020603050405020304" pitchFamily="18" charset="0"/>
              </a:rPr>
              <a:t>let person = {</a:t>
            </a:r>
          </a:p>
          <a:p>
            <a:pPr>
              <a:lnSpc>
                <a:spcPct val="150000"/>
              </a:lnSpc>
            </a:pPr>
            <a:r>
              <a:rPr lang="en-GB" sz="2667" dirty="0">
                <a:latin typeface="Consolas" panose="020B0609020204030204" pitchFamily="49" charset="0"/>
                <a:cs typeface="Times New Roman" panose="02020603050405020304" pitchFamily="18" charset="0"/>
              </a:rPr>
              <a:t>  name: "Ali",</a:t>
            </a:r>
          </a:p>
          <a:p>
            <a:pPr>
              <a:lnSpc>
                <a:spcPct val="150000"/>
              </a:lnSpc>
            </a:pPr>
            <a:r>
              <a:rPr lang="en-GB" sz="2667" dirty="0">
                <a:latin typeface="Consolas" panose="020B0609020204030204" pitchFamily="49" charset="0"/>
                <a:cs typeface="Times New Roman" panose="02020603050405020304" pitchFamily="18" charset="0"/>
              </a:rPr>
              <a:t>  age: 22,</a:t>
            </a:r>
          </a:p>
          <a:p>
            <a:pPr>
              <a:lnSpc>
                <a:spcPct val="150000"/>
              </a:lnSpc>
            </a:pPr>
            <a:r>
              <a:rPr lang="en-GB" sz="2667" dirty="0">
                <a:latin typeface="Consolas" panose="020B0609020204030204" pitchFamily="49" charset="0"/>
                <a:cs typeface="Times New Roman" panose="02020603050405020304" pitchFamily="18" charset="0"/>
              </a:rPr>
              <a:t>  country: "Somaliland"</a:t>
            </a:r>
          </a:p>
          <a:p>
            <a:pPr>
              <a:lnSpc>
                <a:spcPct val="150000"/>
              </a:lnSpc>
            </a:pPr>
            <a:r>
              <a:rPr lang="en-GB" sz="2667" dirty="0">
                <a:latin typeface="Consolas" panose="020B0609020204030204" pitchFamily="49" charset="0"/>
                <a:cs typeface="Times New Roman" panose="02020603050405020304" pitchFamily="18" charset="0"/>
              </a:rPr>
              <a:t>};</a:t>
            </a:r>
          </a:p>
        </p:txBody>
      </p:sp>
      <p:sp>
        <p:nvSpPr>
          <p:cNvPr id="5" name="TextBox 4">
            <a:extLst>
              <a:ext uri="{FF2B5EF4-FFF2-40B4-BE49-F238E27FC236}">
                <a16:creationId xmlns:a16="http://schemas.microsoft.com/office/drawing/2014/main" id="{13A3E663-9360-1F04-2A63-EC67DEE820CC}"/>
              </a:ext>
            </a:extLst>
          </p:cNvPr>
          <p:cNvSpPr txBox="1"/>
          <p:nvPr/>
        </p:nvSpPr>
        <p:spPr>
          <a:xfrm>
            <a:off x="981772" y="4920343"/>
            <a:ext cx="10830397" cy="1250022"/>
          </a:xfrm>
          <a:prstGeom prst="rect">
            <a:avLst/>
          </a:prstGeom>
          <a:noFill/>
        </p:spPr>
        <p:txBody>
          <a:bodyPr wrap="square" rtlCol="0">
            <a:spAutoFit/>
          </a:bodyPr>
          <a:lstStyle/>
          <a:p>
            <a:pPr>
              <a:lnSpc>
                <a:spcPct val="150000"/>
              </a:lnSpc>
            </a:pPr>
            <a:r>
              <a:rPr lang="en-GB" sz="2667" b="1" dirty="0">
                <a:solidFill>
                  <a:srgbClr val="FF0000"/>
                </a:solidFill>
                <a:latin typeface="Times New Roman" panose="02020603050405020304" pitchFamily="18" charset="0"/>
                <a:cs typeface="Times New Roman" panose="02020603050405020304" pitchFamily="18" charset="0"/>
              </a:rPr>
              <a:t>Note: </a:t>
            </a:r>
            <a:r>
              <a:rPr lang="en-GB" sz="2667" dirty="0" err="1">
                <a:latin typeface="Times New Roman" panose="02020603050405020304" pitchFamily="18" charset="0"/>
                <a:cs typeface="Times New Roman" panose="02020603050405020304" pitchFamily="18" charset="0"/>
              </a:rPr>
              <a:t>PropertyName</a:t>
            </a:r>
            <a:r>
              <a:rPr lang="en-GB" sz="2667" dirty="0">
                <a:latin typeface="Times New Roman" panose="02020603050405020304" pitchFamily="18" charset="0"/>
                <a:cs typeface="Times New Roman" panose="02020603050405020304" pitchFamily="18" charset="0"/>
              </a:rPr>
              <a:t> takes the </a:t>
            </a:r>
            <a:r>
              <a:rPr lang="en-GB" sz="2667" b="1" dirty="0">
                <a:latin typeface="Times New Roman" panose="02020603050405020304" pitchFamily="18" charset="0"/>
                <a:cs typeface="Times New Roman" panose="02020603050405020304" pitchFamily="18" charset="0"/>
              </a:rPr>
              <a:t>valid name rules;</a:t>
            </a:r>
            <a:r>
              <a:rPr lang="en-GB" sz="2667" dirty="0">
                <a:latin typeface="Times New Roman" panose="02020603050405020304" pitchFamily="18" charset="0"/>
                <a:cs typeface="Times New Roman" panose="02020603050405020304" pitchFamily="18" charset="0"/>
              </a:rPr>
              <a:t> only if you’re writing the property without </a:t>
            </a:r>
            <a:r>
              <a:rPr lang="en-GB" sz="2667" b="1" dirty="0">
                <a:latin typeface="Times New Roman" panose="02020603050405020304" pitchFamily="18" charset="0"/>
                <a:cs typeface="Times New Roman" panose="02020603050405020304" pitchFamily="18" charset="0"/>
              </a:rPr>
              <a:t>quotes</a:t>
            </a:r>
            <a:r>
              <a:rPr lang="en-GB" sz="2667"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367204453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65">
          <a:extLst>
            <a:ext uri="{FF2B5EF4-FFF2-40B4-BE49-F238E27FC236}">
              <a16:creationId xmlns:a16="http://schemas.microsoft.com/office/drawing/2014/main" id="{87E3F936-439C-3504-B273-1953F56DB1AE}"/>
            </a:ext>
          </a:extLst>
        </p:cNvPr>
        <p:cNvGrpSpPr/>
        <p:nvPr/>
      </p:nvGrpSpPr>
      <p:grpSpPr>
        <a:xfrm>
          <a:off x="0" y="0"/>
          <a:ext cx="0" cy="0"/>
          <a:chOff x="0" y="0"/>
          <a:chExt cx="0" cy="0"/>
        </a:xfrm>
      </p:grpSpPr>
      <p:sp>
        <p:nvSpPr>
          <p:cNvPr id="10" name="TextBox 9">
            <a:extLst>
              <a:ext uri="{FF2B5EF4-FFF2-40B4-BE49-F238E27FC236}">
                <a16:creationId xmlns:a16="http://schemas.microsoft.com/office/drawing/2014/main" id="{C287BABB-B381-7D4D-00B5-E14B89249915}"/>
              </a:ext>
            </a:extLst>
          </p:cNvPr>
          <p:cNvSpPr txBox="1"/>
          <p:nvPr/>
        </p:nvSpPr>
        <p:spPr>
          <a:xfrm>
            <a:off x="960000" y="497238"/>
            <a:ext cx="10272000" cy="6503512"/>
          </a:xfrm>
          <a:prstGeom prst="rect">
            <a:avLst/>
          </a:prstGeom>
          <a:noFill/>
        </p:spPr>
        <p:txBody>
          <a:bodyPr wrap="square" rtlCol="0">
            <a:spAutoFit/>
          </a:bodyPr>
          <a:lstStyle/>
          <a:p>
            <a:pPr>
              <a:lnSpc>
                <a:spcPct val="150000"/>
              </a:lnSpc>
            </a:pPr>
            <a:r>
              <a:rPr lang="en-GB" sz="3200" b="1" dirty="0">
                <a:latin typeface="Times New Roman" panose="02020603050405020304" pitchFamily="18" charset="0"/>
                <a:cs typeface="Times New Roman" panose="02020603050405020304" pitchFamily="18" charset="0"/>
              </a:rPr>
              <a:t>Object Methods</a:t>
            </a:r>
          </a:p>
          <a:p>
            <a:pPr>
              <a:lnSpc>
                <a:spcPct val="150000"/>
              </a:lnSpc>
            </a:pPr>
            <a:r>
              <a:rPr lang="en-GB" sz="2667" dirty="0">
                <a:latin typeface="Times New Roman" panose="02020603050405020304" pitchFamily="18" charset="0"/>
                <a:cs typeface="Times New Roman" panose="02020603050405020304" pitchFamily="18" charset="0"/>
              </a:rPr>
              <a:t>Methods are actions that can be performed on objects.</a:t>
            </a:r>
          </a:p>
          <a:p>
            <a:pPr>
              <a:lnSpc>
                <a:spcPct val="150000"/>
              </a:lnSpc>
            </a:pPr>
            <a:r>
              <a:rPr lang="en-GB" sz="2667" dirty="0">
                <a:latin typeface="Times New Roman" panose="02020603050405020304" pitchFamily="18" charset="0"/>
                <a:cs typeface="Times New Roman" panose="02020603050405020304" pitchFamily="18" charset="0"/>
              </a:rPr>
              <a:t>A Method is just a function that is stored as a property of an object.</a:t>
            </a:r>
          </a:p>
          <a:p>
            <a:pPr>
              <a:lnSpc>
                <a:spcPct val="150000"/>
              </a:lnSpc>
            </a:pPr>
            <a:r>
              <a:rPr lang="en-GB" sz="2667" dirty="0">
                <a:latin typeface="Times New Roman" panose="02020603050405020304" pitchFamily="18" charset="0"/>
                <a:cs typeface="Times New Roman" panose="02020603050405020304" pitchFamily="18" charset="0"/>
              </a:rPr>
              <a:t>How Add Function in Object:</a:t>
            </a:r>
          </a:p>
          <a:p>
            <a:r>
              <a:rPr lang="en-GB" sz="2667" dirty="0">
                <a:latin typeface="Consolas" panose="020B0609020204030204" pitchFamily="49" charset="0"/>
                <a:cs typeface="Times New Roman" panose="02020603050405020304" pitchFamily="18" charset="0"/>
              </a:rPr>
              <a:t>let person = {</a:t>
            </a:r>
          </a:p>
          <a:p>
            <a:r>
              <a:rPr lang="en-GB" sz="2667" dirty="0">
                <a:latin typeface="Consolas" panose="020B0609020204030204" pitchFamily="49" charset="0"/>
                <a:cs typeface="Times New Roman" panose="02020603050405020304" pitchFamily="18" charset="0"/>
              </a:rPr>
              <a:t>  name: "Ali",</a:t>
            </a:r>
          </a:p>
          <a:p>
            <a:r>
              <a:rPr lang="en-GB" sz="2667" dirty="0">
                <a:latin typeface="Consolas" panose="020B0609020204030204" pitchFamily="49" charset="0"/>
                <a:cs typeface="Times New Roman" panose="02020603050405020304" pitchFamily="18" charset="0"/>
              </a:rPr>
              <a:t>  age: 22,</a:t>
            </a:r>
          </a:p>
          <a:p>
            <a:r>
              <a:rPr lang="en-GB" sz="2667" dirty="0">
                <a:latin typeface="Consolas" panose="020B0609020204030204" pitchFamily="49" charset="0"/>
                <a:cs typeface="Times New Roman" panose="02020603050405020304" pitchFamily="18" charset="0"/>
              </a:rPr>
              <a:t>  </a:t>
            </a:r>
            <a:r>
              <a:rPr lang="en-GB" sz="2667" dirty="0" err="1">
                <a:solidFill>
                  <a:srgbClr val="0070C0"/>
                </a:solidFill>
                <a:latin typeface="Consolas" panose="020B0609020204030204" pitchFamily="49" charset="0"/>
                <a:cs typeface="Times New Roman" panose="02020603050405020304" pitchFamily="18" charset="0"/>
              </a:rPr>
              <a:t>sayHello</a:t>
            </a:r>
            <a:r>
              <a:rPr lang="en-GB" sz="2667" dirty="0">
                <a:solidFill>
                  <a:srgbClr val="0070C0"/>
                </a:solidFill>
                <a:latin typeface="Consolas" panose="020B0609020204030204" pitchFamily="49" charset="0"/>
                <a:cs typeface="Times New Roman" panose="02020603050405020304" pitchFamily="18" charset="0"/>
              </a:rPr>
              <a:t>: function () {</a:t>
            </a:r>
          </a:p>
          <a:p>
            <a:r>
              <a:rPr lang="en-GB" sz="2667" dirty="0">
                <a:solidFill>
                  <a:srgbClr val="0070C0"/>
                </a:solidFill>
                <a:latin typeface="Consolas" panose="020B0609020204030204" pitchFamily="49" charset="0"/>
                <a:cs typeface="Times New Roman" panose="02020603050405020304" pitchFamily="18" charset="0"/>
              </a:rPr>
              <a:t>    console.log("Hello, my name is " + person.name);</a:t>
            </a:r>
          </a:p>
          <a:p>
            <a:r>
              <a:rPr lang="en-GB" sz="2667" dirty="0">
                <a:solidFill>
                  <a:srgbClr val="0070C0"/>
                </a:solidFill>
                <a:latin typeface="Consolas" panose="020B0609020204030204" pitchFamily="49" charset="0"/>
                <a:cs typeface="Times New Roman" panose="02020603050405020304" pitchFamily="18" charset="0"/>
              </a:rPr>
              <a:t>  }</a:t>
            </a:r>
          </a:p>
          <a:p>
            <a:r>
              <a:rPr lang="en-GB" sz="2667" dirty="0">
                <a:latin typeface="Consolas" panose="020B0609020204030204" pitchFamily="49" charset="0"/>
                <a:cs typeface="Times New Roman" panose="02020603050405020304" pitchFamily="18" charset="0"/>
              </a:rPr>
              <a:t>};</a:t>
            </a:r>
          </a:p>
          <a:p>
            <a:r>
              <a:rPr lang="en-GB" sz="2667" dirty="0" err="1">
                <a:latin typeface="Consolas" panose="020B0609020204030204" pitchFamily="49" charset="0"/>
                <a:cs typeface="Times New Roman" panose="02020603050405020304" pitchFamily="18" charset="0"/>
              </a:rPr>
              <a:t>person.sayHello</a:t>
            </a:r>
            <a:r>
              <a:rPr lang="en-GB" sz="2667" dirty="0">
                <a:latin typeface="Consolas" panose="020B0609020204030204" pitchFamily="49" charset="0"/>
                <a:cs typeface="Times New Roman" panose="02020603050405020304" pitchFamily="18" charset="0"/>
              </a:rPr>
              <a:t>(); // Output: Hello, my name is Ali</a:t>
            </a:r>
          </a:p>
          <a:p>
            <a:pPr>
              <a:lnSpc>
                <a:spcPct val="150000"/>
              </a:lnSpc>
            </a:pPr>
            <a:endParaRPr lang="en-GB" sz="2667"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3395806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65">
          <a:extLst>
            <a:ext uri="{FF2B5EF4-FFF2-40B4-BE49-F238E27FC236}">
              <a16:creationId xmlns:a16="http://schemas.microsoft.com/office/drawing/2014/main" id="{55307F32-D911-A207-AB48-C208900DCE68}"/>
            </a:ext>
          </a:extLst>
        </p:cNvPr>
        <p:cNvGrpSpPr/>
        <p:nvPr/>
      </p:nvGrpSpPr>
      <p:grpSpPr>
        <a:xfrm>
          <a:off x="0" y="0"/>
          <a:ext cx="0" cy="0"/>
          <a:chOff x="0" y="0"/>
          <a:chExt cx="0" cy="0"/>
        </a:xfrm>
      </p:grpSpPr>
      <p:sp>
        <p:nvSpPr>
          <p:cNvPr id="10" name="TextBox 9">
            <a:extLst>
              <a:ext uri="{FF2B5EF4-FFF2-40B4-BE49-F238E27FC236}">
                <a16:creationId xmlns:a16="http://schemas.microsoft.com/office/drawing/2014/main" id="{7F8D2017-64E8-D0CF-3FCF-5660458073F3}"/>
              </a:ext>
            </a:extLst>
          </p:cNvPr>
          <p:cNvSpPr txBox="1"/>
          <p:nvPr/>
        </p:nvSpPr>
        <p:spPr>
          <a:xfrm>
            <a:off x="960000" y="1073938"/>
            <a:ext cx="10272000" cy="2604367"/>
          </a:xfrm>
          <a:prstGeom prst="rect">
            <a:avLst/>
          </a:prstGeom>
          <a:noFill/>
        </p:spPr>
        <p:txBody>
          <a:bodyPr wrap="square" rtlCol="0">
            <a:spAutoFit/>
          </a:bodyPr>
          <a:lstStyle/>
          <a:p>
            <a:pPr>
              <a:lnSpc>
                <a:spcPct val="150000"/>
              </a:lnSpc>
            </a:pPr>
            <a:r>
              <a:rPr lang="en-GB" sz="3200" b="1" dirty="0">
                <a:latin typeface="Times New Roman" panose="02020603050405020304" pitchFamily="18" charset="0"/>
                <a:cs typeface="Times New Roman" panose="02020603050405020304" pitchFamily="18" charset="0"/>
              </a:rPr>
              <a:t>How To Define JavaScript Object</a:t>
            </a:r>
          </a:p>
          <a:p>
            <a:pPr marL="457189" indent="-457189">
              <a:lnSpc>
                <a:spcPct val="150000"/>
              </a:lnSpc>
              <a:buFont typeface="Wingdings" panose="05000000000000000000" pitchFamily="2" charset="2"/>
              <a:buChar char="ü"/>
            </a:pPr>
            <a:r>
              <a:rPr lang="en-GB" sz="2667" dirty="0">
                <a:latin typeface="Times New Roman" panose="02020603050405020304" pitchFamily="18" charset="0"/>
                <a:cs typeface="Times New Roman" panose="02020603050405020304" pitchFamily="18" charset="0"/>
              </a:rPr>
              <a:t>Using an Object Literal</a:t>
            </a:r>
          </a:p>
          <a:p>
            <a:pPr marL="457189" indent="-457189">
              <a:lnSpc>
                <a:spcPct val="150000"/>
              </a:lnSpc>
              <a:buFont typeface="Wingdings" panose="05000000000000000000" pitchFamily="2" charset="2"/>
              <a:buChar char="ü"/>
            </a:pPr>
            <a:r>
              <a:rPr lang="en-GB" sz="2667" dirty="0">
                <a:latin typeface="Times New Roman" panose="02020603050405020304" pitchFamily="18" charset="0"/>
                <a:cs typeface="Times New Roman" panose="02020603050405020304" pitchFamily="18" charset="0"/>
              </a:rPr>
              <a:t>Using the New Keyword</a:t>
            </a:r>
          </a:p>
          <a:p>
            <a:pPr marL="457189" indent="-457189">
              <a:lnSpc>
                <a:spcPct val="150000"/>
              </a:lnSpc>
              <a:buFont typeface="Wingdings" panose="05000000000000000000" pitchFamily="2" charset="2"/>
              <a:buChar char="ü"/>
            </a:pPr>
            <a:r>
              <a:rPr lang="en-GB" sz="2667" dirty="0">
                <a:latin typeface="Times New Roman" panose="02020603050405020304" pitchFamily="18" charset="0"/>
                <a:cs typeface="Times New Roman" panose="02020603050405020304" pitchFamily="18" charset="0"/>
              </a:rPr>
              <a:t>Using an Object Constructor</a:t>
            </a:r>
          </a:p>
        </p:txBody>
      </p:sp>
      <p:sp>
        <p:nvSpPr>
          <p:cNvPr id="2" name="Google Shape;267;p33">
            <a:extLst>
              <a:ext uri="{FF2B5EF4-FFF2-40B4-BE49-F238E27FC236}">
                <a16:creationId xmlns:a16="http://schemas.microsoft.com/office/drawing/2014/main" id="{B770E54D-A437-D9AF-605D-4990ACC17780}"/>
              </a:ext>
            </a:extLst>
          </p:cNvPr>
          <p:cNvSpPr txBox="1">
            <a:spLocks noGrp="1"/>
          </p:cNvSpPr>
          <p:nvPr>
            <p:ph type="title"/>
          </p:nvPr>
        </p:nvSpPr>
        <p:spPr>
          <a:xfrm>
            <a:off x="960000" y="310337"/>
            <a:ext cx="10272000" cy="763600"/>
          </a:xfrm>
          <a:prstGeom prst="rect">
            <a:avLst/>
          </a:prstGeom>
        </p:spPr>
        <p:txBody>
          <a:bodyPr spcFirstLastPara="1" vert="horz" wrap="square" lIns="121900" tIns="121900" rIns="121900" bIns="121900" rtlCol="0" anchor="t" anchorCtr="0">
            <a:noAutofit/>
          </a:bodyPr>
          <a:lstStyle/>
          <a:p>
            <a:r>
              <a:rPr lang="en" dirty="0"/>
              <a:t>Ways to Create Objects</a:t>
            </a:r>
            <a:endParaRPr dirty="0"/>
          </a:p>
        </p:txBody>
      </p:sp>
    </p:spTree>
    <p:extLst>
      <p:ext uri="{BB962C8B-B14F-4D97-AF65-F5344CB8AC3E}">
        <p14:creationId xmlns:p14="http://schemas.microsoft.com/office/powerpoint/2010/main" val="399619725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65">
          <a:extLst>
            <a:ext uri="{FF2B5EF4-FFF2-40B4-BE49-F238E27FC236}">
              <a16:creationId xmlns:a16="http://schemas.microsoft.com/office/drawing/2014/main" id="{8D5218E8-B4D1-CACA-E424-C481474F49D7}"/>
            </a:ext>
          </a:extLst>
        </p:cNvPr>
        <p:cNvGrpSpPr/>
        <p:nvPr/>
      </p:nvGrpSpPr>
      <p:grpSpPr>
        <a:xfrm>
          <a:off x="0" y="0"/>
          <a:ext cx="0" cy="0"/>
          <a:chOff x="0" y="0"/>
          <a:chExt cx="0" cy="0"/>
        </a:xfrm>
      </p:grpSpPr>
      <p:sp>
        <p:nvSpPr>
          <p:cNvPr id="10" name="TextBox 9">
            <a:extLst>
              <a:ext uri="{FF2B5EF4-FFF2-40B4-BE49-F238E27FC236}">
                <a16:creationId xmlns:a16="http://schemas.microsoft.com/office/drawing/2014/main" id="{C96D1722-64D5-2520-A1DC-C81E4BE64951}"/>
              </a:ext>
            </a:extLst>
          </p:cNvPr>
          <p:cNvSpPr txBox="1"/>
          <p:nvPr/>
        </p:nvSpPr>
        <p:spPr>
          <a:xfrm>
            <a:off x="960000" y="719455"/>
            <a:ext cx="10272000" cy="5388719"/>
          </a:xfrm>
          <a:prstGeom prst="rect">
            <a:avLst/>
          </a:prstGeom>
          <a:noFill/>
        </p:spPr>
        <p:txBody>
          <a:bodyPr wrap="square" rtlCol="0">
            <a:spAutoFit/>
          </a:bodyPr>
          <a:lstStyle/>
          <a:p>
            <a:pPr marL="609585" indent="-609585">
              <a:lnSpc>
                <a:spcPct val="150000"/>
              </a:lnSpc>
              <a:buFont typeface="+mj-lt"/>
              <a:buAutoNum type="arabicPeriod"/>
            </a:pPr>
            <a:r>
              <a:rPr lang="en-GB" sz="3200" b="1" dirty="0">
                <a:latin typeface="Times New Roman" panose="02020603050405020304" pitchFamily="18" charset="0"/>
                <a:cs typeface="Times New Roman" panose="02020603050405020304" pitchFamily="18" charset="0"/>
              </a:rPr>
              <a:t>Using an Object Literal</a:t>
            </a:r>
          </a:p>
          <a:p>
            <a:pPr>
              <a:lnSpc>
                <a:spcPct val="150000"/>
              </a:lnSpc>
            </a:pPr>
            <a:r>
              <a:rPr lang="en-GB" sz="2667" dirty="0">
                <a:latin typeface="Times New Roman" panose="02020603050405020304" pitchFamily="18" charset="0"/>
                <a:cs typeface="Times New Roman" panose="02020603050405020304" pitchFamily="18" charset="0"/>
              </a:rPr>
              <a:t>An object literal is a list of named values inside curly braces { }.</a:t>
            </a:r>
          </a:p>
          <a:p>
            <a:pPr>
              <a:lnSpc>
                <a:spcPct val="150000"/>
              </a:lnSpc>
            </a:pPr>
            <a:r>
              <a:rPr lang="en-GB" sz="2667" dirty="0">
                <a:latin typeface="Times New Roman" panose="02020603050405020304" pitchFamily="18" charset="0"/>
                <a:cs typeface="Times New Roman" panose="02020603050405020304" pitchFamily="18" charset="0"/>
              </a:rPr>
              <a:t>The simplest way to create an object.</a:t>
            </a:r>
          </a:p>
          <a:p>
            <a:pPr>
              <a:lnSpc>
                <a:spcPct val="150000"/>
              </a:lnSpc>
            </a:pPr>
            <a:r>
              <a:rPr lang="en-GB" sz="2667" dirty="0">
                <a:latin typeface="Times New Roman" panose="02020603050405020304" pitchFamily="18" charset="0"/>
                <a:cs typeface="Times New Roman" panose="02020603050405020304" pitchFamily="18" charset="0"/>
              </a:rPr>
              <a:t>Example: </a:t>
            </a:r>
          </a:p>
          <a:p>
            <a:pPr>
              <a:lnSpc>
                <a:spcPct val="150000"/>
              </a:lnSpc>
            </a:pPr>
            <a:r>
              <a:rPr lang="en-GB" sz="2400" dirty="0">
                <a:latin typeface="Consolas" panose="020B0609020204030204" pitchFamily="49" charset="0"/>
                <a:cs typeface="Times New Roman" panose="02020603050405020304" pitchFamily="18" charset="0"/>
              </a:rPr>
              <a:t>Let Teacher {</a:t>
            </a:r>
          </a:p>
          <a:p>
            <a:pPr>
              <a:lnSpc>
                <a:spcPct val="150000"/>
              </a:lnSpc>
            </a:pPr>
            <a:r>
              <a:rPr lang="en-GB" sz="2400" dirty="0">
                <a:latin typeface="Consolas" panose="020B0609020204030204" pitchFamily="49" charset="0"/>
                <a:cs typeface="Times New Roman" panose="02020603050405020304" pitchFamily="18" charset="0"/>
              </a:rPr>
              <a:t>	</a:t>
            </a:r>
            <a:r>
              <a:rPr lang="en-GB" sz="2400" dirty="0" err="1">
                <a:latin typeface="Consolas" panose="020B0609020204030204" pitchFamily="49" charset="0"/>
              </a:rPr>
              <a:t>firstName</a:t>
            </a:r>
            <a:r>
              <a:rPr lang="en-GB" sz="2400" dirty="0">
                <a:latin typeface="Consolas" panose="020B0609020204030204" pitchFamily="49" charset="0"/>
              </a:rPr>
              <a:t>:“Mustafe", </a:t>
            </a:r>
          </a:p>
          <a:p>
            <a:pPr>
              <a:lnSpc>
                <a:spcPct val="150000"/>
              </a:lnSpc>
            </a:pPr>
            <a:r>
              <a:rPr lang="en-GB" sz="2400" dirty="0">
                <a:latin typeface="Consolas" panose="020B0609020204030204" pitchFamily="49" charset="0"/>
              </a:rPr>
              <a:t>	</a:t>
            </a:r>
            <a:r>
              <a:rPr lang="en-GB" sz="2400" dirty="0" err="1">
                <a:latin typeface="Consolas" panose="020B0609020204030204" pitchFamily="49" charset="0"/>
              </a:rPr>
              <a:t>lastName</a:t>
            </a:r>
            <a:r>
              <a:rPr lang="en-GB" sz="2400" dirty="0">
                <a:latin typeface="Consolas" panose="020B0609020204030204" pitchFamily="49" charset="0"/>
              </a:rPr>
              <a:t>:“</a:t>
            </a:r>
            <a:r>
              <a:rPr lang="en-GB" sz="2400" dirty="0" err="1">
                <a:latin typeface="Consolas" panose="020B0609020204030204" pitchFamily="49" charset="0"/>
              </a:rPr>
              <a:t>Jirde</a:t>
            </a:r>
            <a:r>
              <a:rPr lang="en-GB" sz="2400" dirty="0">
                <a:latin typeface="Consolas" panose="020B0609020204030204" pitchFamily="49" charset="0"/>
              </a:rPr>
              <a:t>", </a:t>
            </a:r>
          </a:p>
          <a:p>
            <a:pPr>
              <a:lnSpc>
                <a:spcPct val="150000"/>
              </a:lnSpc>
            </a:pPr>
            <a:r>
              <a:rPr lang="en-GB" sz="2400" dirty="0">
                <a:latin typeface="Consolas" panose="020B0609020204030204" pitchFamily="49" charset="0"/>
              </a:rPr>
              <a:t>	age:50, </a:t>
            </a:r>
          </a:p>
          <a:p>
            <a:pPr>
              <a:lnSpc>
                <a:spcPct val="150000"/>
              </a:lnSpc>
            </a:pPr>
            <a:r>
              <a:rPr lang="en-GB" sz="2400" dirty="0">
                <a:latin typeface="Consolas" panose="020B0609020204030204" pitchFamily="49" charset="0"/>
                <a:cs typeface="Times New Roman" panose="02020603050405020304" pitchFamily="18" charset="0"/>
              </a:rPr>
              <a:t>} </a:t>
            </a:r>
          </a:p>
        </p:txBody>
      </p:sp>
    </p:spTree>
    <p:extLst>
      <p:ext uri="{BB962C8B-B14F-4D97-AF65-F5344CB8AC3E}">
        <p14:creationId xmlns:p14="http://schemas.microsoft.com/office/powerpoint/2010/main" val="137863575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65">
          <a:extLst>
            <a:ext uri="{FF2B5EF4-FFF2-40B4-BE49-F238E27FC236}">
              <a16:creationId xmlns:a16="http://schemas.microsoft.com/office/drawing/2014/main" id="{64F1AA52-FE0E-2CDE-C9A9-420EB6D2F8C8}"/>
            </a:ext>
          </a:extLst>
        </p:cNvPr>
        <p:cNvGrpSpPr/>
        <p:nvPr/>
      </p:nvGrpSpPr>
      <p:grpSpPr>
        <a:xfrm>
          <a:off x="0" y="0"/>
          <a:ext cx="0" cy="0"/>
          <a:chOff x="0" y="0"/>
          <a:chExt cx="0" cy="0"/>
        </a:xfrm>
      </p:grpSpPr>
      <p:sp>
        <p:nvSpPr>
          <p:cNvPr id="10" name="TextBox 9">
            <a:extLst>
              <a:ext uri="{FF2B5EF4-FFF2-40B4-BE49-F238E27FC236}">
                <a16:creationId xmlns:a16="http://schemas.microsoft.com/office/drawing/2014/main" id="{24D05277-2F79-9941-D45B-5EE965D5E366}"/>
              </a:ext>
            </a:extLst>
          </p:cNvPr>
          <p:cNvSpPr txBox="1"/>
          <p:nvPr/>
        </p:nvSpPr>
        <p:spPr>
          <a:xfrm>
            <a:off x="960000" y="996454"/>
            <a:ext cx="10272000" cy="4834721"/>
          </a:xfrm>
          <a:prstGeom prst="rect">
            <a:avLst/>
          </a:prstGeom>
          <a:noFill/>
        </p:spPr>
        <p:txBody>
          <a:bodyPr wrap="square" rtlCol="0">
            <a:spAutoFit/>
          </a:bodyPr>
          <a:lstStyle/>
          <a:p>
            <a:pPr marL="609585" indent="-609585">
              <a:lnSpc>
                <a:spcPct val="150000"/>
              </a:lnSpc>
              <a:buFont typeface="+mj-lt"/>
              <a:buAutoNum type="arabicPeriod" startAt="2"/>
            </a:pPr>
            <a:r>
              <a:rPr lang="en-GB" sz="3200" b="1" dirty="0">
                <a:latin typeface="Times New Roman" panose="02020603050405020304" pitchFamily="18" charset="0"/>
                <a:cs typeface="Times New Roman" panose="02020603050405020304" pitchFamily="18" charset="0"/>
              </a:rPr>
              <a:t>Using The new Object() Keyword</a:t>
            </a:r>
          </a:p>
          <a:p>
            <a:pPr>
              <a:lnSpc>
                <a:spcPct val="150000"/>
              </a:lnSpc>
            </a:pPr>
            <a:r>
              <a:rPr lang="en-GB" sz="2667" dirty="0">
                <a:latin typeface="Times New Roman" panose="02020603050405020304" pitchFamily="18" charset="0"/>
                <a:cs typeface="Times New Roman" panose="02020603050405020304" pitchFamily="18" charset="0"/>
              </a:rPr>
              <a:t>You first create an empty object using new object().</a:t>
            </a:r>
          </a:p>
          <a:p>
            <a:pPr>
              <a:lnSpc>
                <a:spcPct val="150000"/>
              </a:lnSpc>
            </a:pPr>
            <a:r>
              <a:rPr lang="en-GB" sz="2667" dirty="0">
                <a:latin typeface="Times New Roman" panose="02020603050405020304" pitchFamily="18" charset="0"/>
                <a:cs typeface="Times New Roman" panose="02020603050405020304" pitchFamily="18" charset="0"/>
              </a:rPr>
              <a:t>Then, you add properties to it one by one.</a:t>
            </a:r>
          </a:p>
          <a:p>
            <a:pPr>
              <a:lnSpc>
                <a:spcPct val="150000"/>
              </a:lnSpc>
            </a:pPr>
            <a:r>
              <a:rPr lang="en-GB" sz="2667" dirty="0">
                <a:latin typeface="Times New Roman" panose="02020603050405020304" pitchFamily="18" charset="0"/>
                <a:cs typeface="Times New Roman" panose="02020603050405020304" pitchFamily="18" charset="0"/>
              </a:rPr>
              <a:t>Example: </a:t>
            </a:r>
          </a:p>
          <a:p>
            <a:pPr>
              <a:lnSpc>
                <a:spcPct val="150000"/>
              </a:lnSpc>
            </a:pPr>
            <a:r>
              <a:rPr lang="en-GB" sz="2400" dirty="0">
                <a:latin typeface="Consolas" panose="020B0609020204030204" pitchFamily="49" charset="0"/>
                <a:cs typeface="Times New Roman" panose="02020603050405020304" pitchFamily="18" charset="0"/>
              </a:rPr>
              <a:t>let person = new Object();</a:t>
            </a:r>
          </a:p>
          <a:p>
            <a:pPr>
              <a:lnSpc>
                <a:spcPct val="150000"/>
              </a:lnSpc>
            </a:pPr>
            <a:r>
              <a:rPr lang="en-GB" sz="2400" dirty="0">
                <a:latin typeface="Consolas" panose="020B0609020204030204" pitchFamily="49" charset="0"/>
                <a:cs typeface="Times New Roman" panose="02020603050405020304" pitchFamily="18" charset="0"/>
              </a:rPr>
              <a:t>person.name = "Ali";</a:t>
            </a:r>
          </a:p>
          <a:p>
            <a:pPr>
              <a:lnSpc>
                <a:spcPct val="150000"/>
              </a:lnSpc>
            </a:pPr>
            <a:r>
              <a:rPr lang="en-GB" sz="2400" dirty="0" err="1">
                <a:latin typeface="Consolas" panose="020B0609020204030204" pitchFamily="49" charset="0"/>
                <a:cs typeface="Times New Roman" panose="02020603050405020304" pitchFamily="18" charset="0"/>
              </a:rPr>
              <a:t>person.age</a:t>
            </a:r>
            <a:r>
              <a:rPr lang="en-GB" sz="2400" dirty="0">
                <a:latin typeface="Consolas" panose="020B0609020204030204" pitchFamily="49" charset="0"/>
                <a:cs typeface="Times New Roman" panose="02020603050405020304" pitchFamily="18" charset="0"/>
              </a:rPr>
              <a:t> = 22;</a:t>
            </a:r>
          </a:p>
          <a:p>
            <a:pPr>
              <a:lnSpc>
                <a:spcPct val="150000"/>
              </a:lnSpc>
            </a:pPr>
            <a:r>
              <a:rPr lang="en-GB" sz="2400" dirty="0" err="1">
                <a:latin typeface="Consolas" panose="020B0609020204030204" pitchFamily="49" charset="0"/>
                <a:cs typeface="Times New Roman" panose="02020603050405020304" pitchFamily="18" charset="0"/>
              </a:rPr>
              <a:t>person.country</a:t>
            </a:r>
            <a:r>
              <a:rPr lang="en-GB" sz="2400" dirty="0">
                <a:latin typeface="Consolas" panose="020B0609020204030204" pitchFamily="49" charset="0"/>
                <a:cs typeface="Times New Roman" panose="02020603050405020304" pitchFamily="18" charset="0"/>
              </a:rPr>
              <a:t> = "Somaliland";</a:t>
            </a:r>
          </a:p>
        </p:txBody>
      </p:sp>
    </p:spTree>
    <p:extLst>
      <p:ext uri="{BB962C8B-B14F-4D97-AF65-F5344CB8AC3E}">
        <p14:creationId xmlns:p14="http://schemas.microsoft.com/office/powerpoint/2010/main" val="369683654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65">
          <a:extLst>
            <a:ext uri="{FF2B5EF4-FFF2-40B4-BE49-F238E27FC236}">
              <a16:creationId xmlns:a16="http://schemas.microsoft.com/office/drawing/2014/main" id="{0F45F591-932F-3797-E368-3F6A268F7201}"/>
            </a:ext>
          </a:extLst>
        </p:cNvPr>
        <p:cNvGrpSpPr/>
        <p:nvPr/>
      </p:nvGrpSpPr>
      <p:grpSpPr>
        <a:xfrm>
          <a:off x="0" y="0"/>
          <a:ext cx="0" cy="0"/>
          <a:chOff x="0" y="0"/>
          <a:chExt cx="0" cy="0"/>
        </a:xfrm>
      </p:grpSpPr>
      <p:sp>
        <p:nvSpPr>
          <p:cNvPr id="267" name="Google Shape;267;p33">
            <a:extLst>
              <a:ext uri="{FF2B5EF4-FFF2-40B4-BE49-F238E27FC236}">
                <a16:creationId xmlns:a16="http://schemas.microsoft.com/office/drawing/2014/main" id="{65EA2827-B10C-F994-0667-BF6C0F64AE5D}"/>
              </a:ext>
            </a:extLst>
          </p:cNvPr>
          <p:cNvSpPr txBox="1">
            <a:spLocks noGrp="1"/>
          </p:cNvSpPr>
          <p:nvPr>
            <p:ph type="title"/>
          </p:nvPr>
        </p:nvSpPr>
        <p:spPr>
          <a:xfrm>
            <a:off x="960000" y="310337"/>
            <a:ext cx="10272000" cy="763600"/>
          </a:xfrm>
          <a:prstGeom prst="rect">
            <a:avLst/>
          </a:prstGeom>
        </p:spPr>
        <p:txBody>
          <a:bodyPr spcFirstLastPara="1" vert="horz" wrap="square" lIns="121900" tIns="121900" rIns="121900" bIns="121900" rtlCol="0" anchor="t" anchorCtr="0">
            <a:noAutofit/>
          </a:bodyPr>
          <a:lstStyle/>
          <a:p>
            <a:r>
              <a:rPr lang="en" dirty="0"/>
              <a:t>Dot Notation and Bracket Notation</a:t>
            </a:r>
            <a:endParaRPr dirty="0"/>
          </a:p>
        </p:txBody>
      </p:sp>
      <p:sp>
        <p:nvSpPr>
          <p:cNvPr id="2" name="TextBox 1">
            <a:extLst>
              <a:ext uri="{FF2B5EF4-FFF2-40B4-BE49-F238E27FC236}">
                <a16:creationId xmlns:a16="http://schemas.microsoft.com/office/drawing/2014/main" id="{BBC667FB-F289-1C64-E17B-9384655BC809}"/>
              </a:ext>
            </a:extLst>
          </p:cNvPr>
          <p:cNvSpPr txBox="1"/>
          <p:nvPr/>
        </p:nvSpPr>
        <p:spPr>
          <a:xfrm>
            <a:off x="960000" y="1073938"/>
            <a:ext cx="10480885" cy="5682774"/>
          </a:xfrm>
          <a:prstGeom prst="rect">
            <a:avLst/>
          </a:prstGeom>
          <a:noFill/>
        </p:spPr>
        <p:txBody>
          <a:bodyPr wrap="square" rtlCol="0">
            <a:spAutoFit/>
          </a:bodyPr>
          <a:lstStyle/>
          <a:p>
            <a:pPr>
              <a:lnSpc>
                <a:spcPct val="150000"/>
              </a:lnSpc>
            </a:pPr>
            <a:r>
              <a:rPr lang="en-GB" sz="2667" dirty="0">
                <a:latin typeface="Times New Roman" panose="02020603050405020304" pitchFamily="18" charset="0"/>
                <a:cs typeface="Times New Roman" panose="02020603050405020304" pitchFamily="18" charset="0"/>
              </a:rPr>
              <a:t>Both are ways to </a:t>
            </a:r>
            <a:r>
              <a:rPr lang="en-GB" sz="2667" b="1" dirty="0">
                <a:latin typeface="Times New Roman" panose="02020603050405020304" pitchFamily="18" charset="0"/>
                <a:cs typeface="Times New Roman" panose="02020603050405020304" pitchFamily="18" charset="0"/>
              </a:rPr>
              <a:t>access</a:t>
            </a:r>
            <a:r>
              <a:rPr lang="en-GB" sz="2667" dirty="0">
                <a:latin typeface="Times New Roman" panose="02020603050405020304" pitchFamily="18" charset="0"/>
                <a:cs typeface="Times New Roman" panose="02020603050405020304" pitchFamily="18" charset="0"/>
              </a:rPr>
              <a:t> or </a:t>
            </a:r>
            <a:r>
              <a:rPr lang="en-GB" sz="2667" b="1" dirty="0">
                <a:latin typeface="Times New Roman" panose="02020603050405020304" pitchFamily="18" charset="0"/>
                <a:cs typeface="Times New Roman" panose="02020603050405020304" pitchFamily="18" charset="0"/>
              </a:rPr>
              <a:t>set</a:t>
            </a:r>
            <a:r>
              <a:rPr lang="en-GB" sz="2667" dirty="0">
                <a:latin typeface="Times New Roman" panose="02020603050405020304" pitchFamily="18" charset="0"/>
                <a:cs typeface="Times New Roman" panose="02020603050405020304" pitchFamily="18" charset="0"/>
              </a:rPr>
              <a:t> properties (keys) of an object in JavaScript.</a:t>
            </a:r>
          </a:p>
          <a:p>
            <a:pPr>
              <a:lnSpc>
                <a:spcPct val="150000"/>
              </a:lnSpc>
            </a:pPr>
            <a:r>
              <a:rPr lang="en-GB" sz="2667" dirty="0">
                <a:latin typeface="Times New Roman" panose="02020603050405020304" pitchFamily="18" charset="0"/>
                <a:cs typeface="Times New Roman" panose="02020603050405020304" pitchFamily="18" charset="0"/>
              </a:rPr>
              <a:t>They let you get or change the value stored inside an object’s property.</a:t>
            </a:r>
          </a:p>
          <a:p>
            <a:pPr marL="609585" indent="-609585">
              <a:lnSpc>
                <a:spcPct val="150000"/>
              </a:lnSpc>
              <a:buFont typeface="+mj-lt"/>
              <a:buAutoNum type="arabicPeriod"/>
            </a:pPr>
            <a:r>
              <a:rPr lang="en-GB" sz="3200" b="1" dirty="0">
                <a:latin typeface="Times New Roman" panose="02020603050405020304" pitchFamily="18" charset="0"/>
                <a:cs typeface="Times New Roman" panose="02020603050405020304" pitchFamily="18" charset="0"/>
              </a:rPr>
              <a:t>Dot Notation</a:t>
            </a:r>
          </a:p>
          <a:p>
            <a:pPr>
              <a:lnSpc>
                <a:spcPct val="150000"/>
              </a:lnSpc>
            </a:pPr>
            <a:r>
              <a:rPr lang="en-GB" sz="2667" dirty="0">
                <a:latin typeface="Times New Roman" panose="02020603050405020304" pitchFamily="18" charset="0"/>
                <a:cs typeface="Times New Roman" panose="02020603050405020304" pitchFamily="18" charset="0"/>
              </a:rPr>
              <a:t>Dot notation is the most common and simple way to access object properties.</a:t>
            </a:r>
          </a:p>
          <a:p>
            <a:pPr>
              <a:lnSpc>
                <a:spcPct val="150000"/>
              </a:lnSpc>
            </a:pPr>
            <a:r>
              <a:rPr lang="en-GB" sz="2667" dirty="0">
                <a:latin typeface="Times New Roman" panose="02020603050405020304" pitchFamily="18" charset="0"/>
                <a:cs typeface="Times New Roman" panose="02020603050405020304" pitchFamily="18" charset="0"/>
              </a:rPr>
              <a:t>You write the object name, then a dot </a:t>
            </a:r>
            <a:r>
              <a:rPr lang="en-GB" sz="2667" dirty="0">
                <a:solidFill>
                  <a:srgbClr val="FF0000"/>
                </a:solidFill>
                <a:latin typeface="Consolas" panose="020B0609020204030204" pitchFamily="49" charset="0"/>
                <a:cs typeface="Times New Roman" panose="02020603050405020304" pitchFamily="18" charset="0"/>
              </a:rPr>
              <a:t>.</a:t>
            </a:r>
            <a:r>
              <a:rPr lang="en-GB" sz="2667" dirty="0">
                <a:latin typeface="Times New Roman" panose="02020603050405020304" pitchFamily="18" charset="0"/>
                <a:cs typeface="Times New Roman" panose="02020603050405020304" pitchFamily="18" charset="0"/>
              </a:rPr>
              <a:t>, then the property name.</a:t>
            </a:r>
          </a:p>
          <a:p>
            <a:pPr>
              <a:lnSpc>
                <a:spcPct val="150000"/>
              </a:lnSpc>
            </a:pPr>
            <a:r>
              <a:rPr lang="en-GB" sz="2667" dirty="0">
                <a:latin typeface="Times New Roman" panose="02020603050405020304" pitchFamily="18" charset="0"/>
                <a:cs typeface="Times New Roman" panose="02020603050405020304" pitchFamily="18" charset="0"/>
              </a:rPr>
              <a:t>It works only when the property name is a valid JavaScript identifier (no spaces, no special characters, doesn’t start with a number).</a:t>
            </a:r>
          </a:p>
          <a:p>
            <a:pPr>
              <a:lnSpc>
                <a:spcPct val="150000"/>
              </a:lnSpc>
            </a:pPr>
            <a:r>
              <a:rPr lang="en-GB" sz="2667" dirty="0">
                <a:latin typeface="Times New Roman" panose="02020603050405020304" pitchFamily="18" charset="0"/>
                <a:cs typeface="Times New Roman" panose="02020603050405020304" pitchFamily="18" charset="0"/>
              </a:rPr>
              <a:t>You cannot use variables or dynamic property names with dot notation.</a:t>
            </a:r>
          </a:p>
        </p:txBody>
      </p:sp>
    </p:spTree>
    <p:extLst>
      <p:ext uri="{BB962C8B-B14F-4D97-AF65-F5344CB8AC3E}">
        <p14:creationId xmlns:p14="http://schemas.microsoft.com/office/powerpoint/2010/main" val="338558193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65">
          <a:extLst>
            <a:ext uri="{FF2B5EF4-FFF2-40B4-BE49-F238E27FC236}">
              <a16:creationId xmlns:a16="http://schemas.microsoft.com/office/drawing/2014/main" id="{FDD3C8BA-5878-C4AE-AB73-C5EC972528ED}"/>
            </a:ext>
          </a:extLst>
        </p:cNvPr>
        <p:cNvGrpSpPr/>
        <p:nvPr/>
      </p:nvGrpSpPr>
      <p:grpSpPr>
        <a:xfrm>
          <a:off x="0" y="0"/>
          <a:ext cx="0" cy="0"/>
          <a:chOff x="0" y="0"/>
          <a:chExt cx="0" cy="0"/>
        </a:xfrm>
      </p:grpSpPr>
      <p:sp>
        <p:nvSpPr>
          <p:cNvPr id="267" name="Google Shape;267;p33">
            <a:extLst>
              <a:ext uri="{FF2B5EF4-FFF2-40B4-BE49-F238E27FC236}">
                <a16:creationId xmlns:a16="http://schemas.microsoft.com/office/drawing/2014/main" id="{A232D54C-143B-74D9-058A-3C05F51D6B12}"/>
              </a:ext>
            </a:extLst>
          </p:cNvPr>
          <p:cNvSpPr txBox="1">
            <a:spLocks noGrp="1"/>
          </p:cNvSpPr>
          <p:nvPr>
            <p:ph type="title"/>
          </p:nvPr>
        </p:nvSpPr>
        <p:spPr>
          <a:xfrm>
            <a:off x="960000" y="310337"/>
            <a:ext cx="10272000" cy="763600"/>
          </a:xfrm>
          <a:prstGeom prst="rect">
            <a:avLst/>
          </a:prstGeom>
        </p:spPr>
        <p:txBody>
          <a:bodyPr spcFirstLastPara="1" vert="horz" wrap="square" lIns="121900" tIns="121900" rIns="121900" bIns="121900" rtlCol="0" anchor="t" anchorCtr="0">
            <a:noAutofit/>
          </a:bodyPr>
          <a:lstStyle/>
          <a:p>
            <a:r>
              <a:rPr lang="en" dirty="0"/>
              <a:t>Dot Notation and Bracket Notation</a:t>
            </a:r>
            <a:endParaRPr dirty="0"/>
          </a:p>
        </p:txBody>
      </p:sp>
      <p:sp>
        <p:nvSpPr>
          <p:cNvPr id="2" name="TextBox 1">
            <a:extLst>
              <a:ext uri="{FF2B5EF4-FFF2-40B4-BE49-F238E27FC236}">
                <a16:creationId xmlns:a16="http://schemas.microsoft.com/office/drawing/2014/main" id="{F4E272D1-03CC-5B6D-4100-25D404A3BF6E}"/>
              </a:ext>
            </a:extLst>
          </p:cNvPr>
          <p:cNvSpPr txBox="1"/>
          <p:nvPr/>
        </p:nvSpPr>
        <p:spPr>
          <a:xfrm>
            <a:off x="960000" y="1073938"/>
            <a:ext cx="10480885" cy="4459169"/>
          </a:xfrm>
          <a:prstGeom prst="rect">
            <a:avLst/>
          </a:prstGeom>
          <a:noFill/>
        </p:spPr>
        <p:txBody>
          <a:bodyPr wrap="square" rtlCol="0">
            <a:spAutoFit/>
          </a:bodyPr>
          <a:lstStyle/>
          <a:p>
            <a:pPr>
              <a:lnSpc>
                <a:spcPct val="150000"/>
              </a:lnSpc>
            </a:pPr>
            <a:r>
              <a:rPr lang="en-GB" sz="3200" dirty="0">
                <a:latin typeface="Times New Roman" panose="02020603050405020304" pitchFamily="18" charset="0"/>
                <a:cs typeface="Times New Roman" panose="02020603050405020304" pitchFamily="18" charset="0"/>
              </a:rPr>
              <a:t>Example:</a:t>
            </a:r>
          </a:p>
          <a:p>
            <a:pPr>
              <a:lnSpc>
                <a:spcPct val="150000"/>
              </a:lnSpc>
            </a:pPr>
            <a:r>
              <a:rPr lang="en-GB" sz="2667" dirty="0">
                <a:latin typeface="Consolas" panose="020B0609020204030204" pitchFamily="49" charset="0"/>
                <a:cs typeface="Times New Roman" panose="02020603050405020304" pitchFamily="18" charset="0"/>
              </a:rPr>
              <a:t>let person = { </a:t>
            </a:r>
          </a:p>
          <a:p>
            <a:pPr>
              <a:lnSpc>
                <a:spcPct val="150000"/>
              </a:lnSpc>
            </a:pPr>
            <a:r>
              <a:rPr lang="en-GB" sz="2667" dirty="0">
                <a:latin typeface="Consolas" panose="020B0609020204030204" pitchFamily="49" charset="0"/>
                <a:cs typeface="Times New Roman" panose="02020603050405020304" pitchFamily="18" charset="0"/>
              </a:rPr>
              <a:t>	name: "Ali", </a:t>
            </a:r>
          </a:p>
          <a:p>
            <a:pPr>
              <a:lnSpc>
                <a:spcPct val="150000"/>
              </a:lnSpc>
            </a:pPr>
            <a:r>
              <a:rPr lang="en-GB" sz="2667" dirty="0">
                <a:latin typeface="Consolas" panose="020B0609020204030204" pitchFamily="49" charset="0"/>
                <a:cs typeface="Times New Roman" panose="02020603050405020304" pitchFamily="18" charset="0"/>
              </a:rPr>
              <a:t>	age: 22, </a:t>
            </a:r>
          </a:p>
          <a:p>
            <a:pPr>
              <a:lnSpc>
                <a:spcPct val="150000"/>
              </a:lnSpc>
            </a:pPr>
            <a:r>
              <a:rPr lang="en-GB" sz="2667" dirty="0">
                <a:latin typeface="Consolas" panose="020B0609020204030204" pitchFamily="49" charset="0"/>
                <a:cs typeface="Times New Roman" panose="02020603050405020304" pitchFamily="18" charset="0"/>
              </a:rPr>
              <a:t>};</a:t>
            </a:r>
          </a:p>
          <a:p>
            <a:pPr>
              <a:lnSpc>
                <a:spcPct val="150000"/>
              </a:lnSpc>
            </a:pPr>
            <a:r>
              <a:rPr lang="en-GB" sz="2667" dirty="0">
                <a:latin typeface="Consolas" panose="020B0609020204030204" pitchFamily="49" charset="0"/>
                <a:cs typeface="Times New Roman" panose="02020603050405020304" pitchFamily="18" charset="0"/>
              </a:rPr>
              <a:t>console.log(</a:t>
            </a:r>
            <a:r>
              <a:rPr lang="en-GB" sz="2667" dirty="0">
                <a:solidFill>
                  <a:srgbClr val="00B0F0"/>
                </a:solidFill>
                <a:latin typeface="Consolas" panose="020B0609020204030204" pitchFamily="49" charset="0"/>
                <a:cs typeface="Times New Roman" panose="02020603050405020304" pitchFamily="18" charset="0"/>
              </a:rPr>
              <a:t>person.name</a:t>
            </a:r>
            <a:r>
              <a:rPr lang="en-GB" sz="2667" dirty="0">
                <a:latin typeface="Consolas" panose="020B0609020204030204" pitchFamily="49" charset="0"/>
                <a:cs typeface="Times New Roman" panose="02020603050405020304" pitchFamily="18" charset="0"/>
              </a:rPr>
              <a:t>);</a:t>
            </a:r>
          </a:p>
          <a:p>
            <a:pPr>
              <a:lnSpc>
                <a:spcPct val="150000"/>
              </a:lnSpc>
            </a:pPr>
            <a:r>
              <a:rPr lang="en-GB" sz="2667" dirty="0" err="1">
                <a:solidFill>
                  <a:srgbClr val="00B0F0"/>
                </a:solidFill>
                <a:latin typeface="Consolas" panose="020B0609020204030204" pitchFamily="49" charset="0"/>
                <a:cs typeface="Times New Roman" panose="02020603050405020304" pitchFamily="18" charset="0"/>
              </a:rPr>
              <a:t>person.age</a:t>
            </a:r>
            <a:r>
              <a:rPr lang="en-GB" sz="2667" dirty="0">
                <a:solidFill>
                  <a:srgbClr val="00B0F0"/>
                </a:solidFill>
                <a:latin typeface="Consolas" panose="020B0609020204030204" pitchFamily="49" charset="0"/>
                <a:cs typeface="Times New Roman" panose="02020603050405020304" pitchFamily="18" charset="0"/>
              </a:rPr>
              <a:t> </a:t>
            </a:r>
            <a:r>
              <a:rPr lang="en-GB" sz="2667" dirty="0">
                <a:latin typeface="Consolas" panose="020B0609020204030204" pitchFamily="49" charset="0"/>
                <a:cs typeface="Times New Roman" panose="02020603050405020304" pitchFamily="18" charset="0"/>
              </a:rPr>
              <a:t>= 25;</a:t>
            </a:r>
          </a:p>
        </p:txBody>
      </p:sp>
    </p:spTree>
    <p:extLst>
      <p:ext uri="{BB962C8B-B14F-4D97-AF65-F5344CB8AC3E}">
        <p14:creationId xmlns:p14="http://schemas.microsoft.com/office/powerpoint/2010/main" val="8285361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65">
          <a:extLst>
            <a:ext uri="{FF2B5EF4-FFF2-40B4-BE49-F238E27FC236}">
              <a16:creationId xmlns:a16="http://schemas.microsoft.com/office/drawing/2014/main" id="{FD7AD30E-5E44-6E90-6269-8C4B7EDE1EED}"/>
            </a:ext>
          </a:extLst>
        </p:cNvPr>
        <p:cNvGrpSpPr/>
        <p:nvPr/>
      </p:nvGrpSpPr>
      <p:grpSpPr>
        <a:xfrm>
          <a:off x="0" y="0"/>
          <a:ext cx="0" cy="0"/>
          <a:chOff x="0" y="0"/>
          <a:chExt cx="0" cy="0"/>
        </a:xfrm>
      </p:grpSpPr>
      <p:sp>
        <p:nvSpPr>
          <p:cNvPr id="267" name="Google Shape;267;p33">
            <a:extLst>
              <a:ext uri="{FF2B5EF4-FFF2-40B4-BE49-F238E27FC236}">
                <a16:creationId xmlns:a16="http://schemas.microsoft.com/office/drawing/2014/main" id="{1CBE4BFC-ABDF-D6A7-96FB-44ED628EDC05}"/>
              </a:ext>
            </a:extLst>
          </p:cNvPr>
          <p:cNvSpPr txBox="1">
            <a:spLocks noGrp="1"/>
          </p:cNvSpPr>
          <p:nvPr>
            <p:ph type="title"/>
          </p:nvPr>
        </p:nvSpPr>
        <p:spPr>
          <a:xfrm>
            <a:off x="960000" y="310337"/>
            <a:ext cx="10272000" cy="763600"/>
          </a:xfrm>
          <a:prstGeom prst="rect">
            <a:avLst/>
          </a:prstGeom>
        </p:spPr>
        <p:txBody>
          <a:bodyPr spcFirstLastPara="1" vert="horz" wrap="square" lIns="121900" tIns="121900" rIns="121900" bIns="121900" rtlCol="0" anchor="t" anchorCtr="0">
            <a:noAutofit/>
          </a:bodyPr>
          <a:lstStyle/>
          <a:p>
            <a:r>
              <a:rPr lang="en" dirty="0"/>
              <a:t>Dot Notation and Bracket Notation</a:t>
            </a:r>
            <a:endParaRPr dirty="0"/>
          </a:p>
        </p:txBody>
      </p:sp>
      <p:sp>
        <p:nvSpPr>
          <p:cNvPr id="2" name="TextBox 1">
            <a:extLst>
              <a:ext uri="{FF2B5EF4-FFF2-40B4-BE49-F238E27FC236}">
                <a16:creationId xmlns:a16="http://schemas.microsoft.com/office/drawing/2014/main" id="{9890D63B-5474-A207-E898-485DFF1C56AD}"/>
              </a:ext>
            </a:extLst>
          </p:cNvPr>
          <p:cNvSpPr txBox="1"/>
          <p:nvPr/>
        </p:nvSpPr>
        <p:spPr>
          <a:xfrm>
            <a:off x="960000" y="1073937"/>
            <a:ext cx="10480885" cy="5067093"/>
          </a:xfrm>
          <a:prstGeom prst="rect">
            <a:avLst/>
          </a:prstGeom>
          <a:noFill/>
        </p:spPr>
        <p:txBody>
          <a:bodyPr wrap="square" rtlCol="0">
            <a:spAutoFit/>
          </a:bodyPr>
          <a:lstStyle/>
          <a:p>
            <a:pPr marL="609585" indent="-609585">
              <a:lnSpc>
                <a:spcPct val="150000"/>
              </a:lnSpc>
              <a:buFont typeface="+mj-lt"/>
              <a:buAutoNum type="arabicPeriod" startAt="2"/>
            </a:pPr>
            <a:r>
              <a:rPr lang="en-GB" sz="3200" b="1" dirty="0">
                <a:latin typeface="Times New Roman" panose="02020603050405020304" pitchFamily="18" charset="0"/>
                <a:cs typeface="Times New Roman" panose="02020603050405020304" pitchFamily="18" charset="0"/>
              </a:rPr>
              <a:t>Bracket Notation</a:t>
            </a:r>
          </a:p>
          <a:p>
            <a:pPr>
              <a:lnSpc>
                <a:spcPct val="150000"/>
              </a:lnSpc>
            </a:pPr>
            <a:r>
              <a:rPr lang="en-GB" sz="2667" dirty="0">
                <a:latin typeface="Times New Roman" panose="02020603050405020304" pitchFamily="18" charset="0"/>
                <a:cs typeface="Times New Roman" panose="02020603050405020304" pitchFamily="18" charset="0"/>
              </a:rPr>
              <a:t>Bracket notation uses square brackets [] and a string or variable inside to access object properties.</a:t>
            </a:r>
          </a:p>
          <a:p>
            <a:pPr>
              <a:lnSpc>
                <a:spcPct val="150000"/>
              </a:lnSpc>
            </a:pPr>
            <a:r>
              <a:rPr lang="en-GB" sz="2667" dirty="0">
                <a:latin typeface="Times New Roman" panose="02020603050405020304" pitchFamily="18" charset="0"/>
                <a:cs typeface="Times New Roman" panose="02020603050405020304" pitchFamily="18" charset="0"/>
              </a:rPr>
              <a:t>It can be used with </a:t>
            </a:r>
            <a:r>
              <a:rPr lang="en-GB" sz="2667" dirty="0">
                <a:solidFill>
                  <a:srgbClr val="FF0000"/>
                </a:solidFill>
                <a:latin typeface="Times New Roman" panose="02020603050405020304" pitchFamily="18" charset="0"/>
                <a:cs typeface="Times New Roman" panose="02020603050405020304" pitchFamily="18" charset="0"/>
              </a:rPr>
              <a:t>any property name</a:t>
            </a:r>
            <a:r>
              <a:rPr lang="en-GB" sz="2667" dirty="0">
                <a:latin typeface="Times New Roman" panose="02020603050405020304" pitchFamily="18" charset="0"/>
                <a:cs typeface="Times New Roman" panose="02020603050405020304" pitchFamily="18" charset="0"/>
              </a:rPr>
              <a:t>, including those with spaces, special characters, or numbers.</a:t>
            </a:r>
          </a:p>
          <a:p>
            <a:pPr>
              <a:lnSpc>
                <a:spcPct val="150000"/>
              </a:lnSpc>
            </a:pPr>
            <a:r>
              <a:rPr lang="en-GB" sz="2667" dirty="0">
                <a:latin typeface="Times New Roman" panose="02020603050405020304" pitchFamily="18" charset="0"/>
                <a:cs typeface="Times New Roman" panose="02020603050405020304" pitchFamily="18" charset="0"/>
              </a:rPr>
              <a:t>It is also used when the property name is dynamic or stored in a variable.</a:t>
            </a:r>
          </a:p>
          <a:p>
            <a:pPr>
              <a:lnSpc>
                <a:spcPct val="150000"/>
              </a:lnSpc>
            </a:pPr>
            <a:r>
              <a:rPr lang="en-GB" sz="2667" dirty="0">
                <a:latin typeface="Times New Roman" panose="02020603050405020304" pitchFamily="18" charset="0"/>
                <a:cs typeface="Times New Roman" panose="02020603050405020304" pitchFamily="18" charset="0"/>
              </a:rPr>
              <a:t>The value inside brackets is </a:t>
            </a:r>
            <a:r>
              <a:rPr lang="en-GB" sz="2667" dirty="0">
                <a:solidFill>
                  <a:srgbClr val="FF0000"/>
                </a:solidFill>
                <a:latin typeface="Times New Roman" panose="02020603050405020304" pitchFamily="18" charset="0"/>
                <a:cs typeface="Times New Roman" panose="02020603050405020304" pitchFamily="18" charset="0"/>
              </a:rPr>
              <a:t>always treated as a string</a:t>
            </a:r>
            <a:r>
              <a:rPr lang="en-GB" sz="2667" dirty="0">
                <a:latin typeface="Times New Roman" panose="02020603050405020304" pitchFamily="18" charset="0"/>
                <a:cs typeface="Times New Roman" panose="02020603050405020304" pitchFamily="18" charset="0"/>
              </a:rPr>
              <a:t>, even if you write a number.</a:t>
            </a:r>
          </a:p>
        </p:txBody>
      </p:sp>
    </p:spTree>
    <p:extLst>
      <p:ext uri="{BB962C8B-B14F-4D97-AF65-F5344CB8AC3E}">
        <p14:creationId xmlns:p14="http://schemas.microsoft.com/office/powerpoint/2010/main" val="14407886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65">
          <a:extLst>
            <a:ext uri="{FF2B5EF4-FFF2-40B4-BE49-F238E27FC236}">
              <a16:creationId xmlns:a16="http://schemas.microsoft.com/office/drawing/2014/main" id="{EC0589CC-98DD-D586-8FDC-EC0C4A3585D0}"/>
            </a:ext>
          </a:extLst>
        </p:cNvPr>
        <p:cNvGrpSpPr/>
        <p:nvPr/>
      </p:nvGrpSpPr>
      <p:grpSpPr>
        <a:xfrm>
          <a:off x="0" y="0"/>
          <a:ext cx="0" cy="0"/>
          <a:chOff x="0" y="0"/>
          <a:chExt cx="0" cy="0"/>
        </a:xfrm>
      </p:grpSpPr>
      <p:sp>
        <p:nvSpPr>
          <p:cNvPr id="267" name="Google Shape;267;p33">
            <a:extLst>
              <a:ext uri="{FF2B5EF4-FFF2-40B4-BE49-F238E27FC236}">
                <a16:creationId xmlns:a16="http://schemas.microsoft.com/office/drawing/2014/main" id="{9674AD95-036C-C10C-A3DE-598492945EA9}"/>
              </a:ext>
            </a:extLst>
          </p:cNvPr>
          <p:cNvSpPr txBox="1">
            <a:spLocks noGrp="1"/>
          </p:cNvSpPr>
          <p:nvPr>
            <p:ph type="title"/>
          </p:nvPr>
        </p:nvSpPr>
        <p:spPr>
          <a:xfrm>
            <a:off x="960000" y="310337"/>
            <a:ext cx="10272000" cy="763600"/>
          </a:xfrm>
          <a:prstGeom prst="rect">
            <a:avLst/>
          </a:prstGeom>
        </p:spPr>
        <p:txBody>
          <a:bodyPr spcFirstLastPara="1" vert="horz" wrap="square" lIns="121900" tIns="121900" rIns="121900" bIns="121900" rtlCol="0" anchor="t" anchorCtr="0">
            <a:noAutofit/>
          </a:bodyPr>
          <a:lstStyle/>
          <a:p>
            <a:r>
              <a:rPr lang="en" dirty="0"/>
              <a:t>Dot Notation and Bracket Notation</a:t>
            </a:r>
            <a:endParaRPr dirty="0"/>
          </a:p>
        </p:txBody>
      </p:sp>
      <p:sp>
        <p:nvSpPr>
          <p:cNvPr id="2" name="TextBox 1">
            <a:extLst>
              <a:ext uri="{FF2B5EF4-FFF2-40B4-BE49-F238E27FC236}">
                <a16:creationId xmlns:a16="http://schemas.microsoft.com/office/drawing/2014/main" id="{4E8AEA9C-2C99-FAC4-D0AB-E86E5DCE1219}"/>
              </a:ext>
            </a:extLst>
          </p:cNvPr>
          <p:cNvSpPr txBox="1"/>
          <p:nvPr/>
        </p:nvSpPr>
        <p:spPr>
          <a:xfrm>
            <a:off x="960000" y="1073938"/>
            <a:ext cx="10480885" cy="5074851"/>
          </a:xfrm>
          <a:prstGeom prst="rect">
            <a:avLst/>
          </a:prstGeom>
          <a:noFill/>
        </p:spPr>
        <p:txBody>
          <a:bodyPr wrap="square" rtlCol="0">
            <a:spAutoFit/>
          </a:bodyPr>
          <a:lstStyle/>
          <a:p>
            <a:pPr>
              <a:lnSpc>
                <a:spcPct val="150000"/>
              </a:lnSpc>
            </a:pPr>
            <a:r>
              <a:rPr lang="en-GB" sz="3200" dirty="0">
                <a:latin typeface="Times New Roman" panose="02020603050405020304" pitchFamily="18" charset="0"/>
                <a:cs typeface="Times New Roman" panose="02020603050405020304" pitchFamily="18" charset="0"/>
              </a:rPr>
              <a:t>Example:</a:t>
            </a:r>
          </a:p>
          <a:p>
            <a:pPr>
              <a:lnSpc>
                <a:spcPct val="150000"/>
              </a:lnSpc>
            </a:pPr>
            <a:r>
              <a:rPr lang="en-GB" sz="2667" dirty="0">
                <a:latin typeface="Consolas" panose="020B0609020204030204" pitchFamily="49" charset="0"/>
                <a:cs typeface="Times New Roman" panose="02020603050405020304" pitchFamily="18" charset="0"/>
              </a:rPr>
              <a:t>let person = { </a:t>
            </a:r>
          </a:p>
          <a:p>
            <a:pPr>
              <a:lnSpc>
                <a:spcPct val="150000"/>
              </a:lnSpc>
            </a:pPr>
            <a:r>
              <a:rPr lang="en-GB" sz="2667" dirty="0">
                <a:latin typeface="Consolas" panose="020B0609020204030204" pitchFamily="49" charset="0"/>
                <a:cs typeface="Times New Roman" panose="02020603050405020304" pitchFamily="18" charset="0"/>
              </a:rPr>
              <a:t>	"full name": “Guleid Mohamud", </a:t>
            </a:r>
          </a:p>
          <a:p>
            <a:pPr>
              <a:lnSpc>
                <a:spcPct val="150000"/>
              </a:lnSpc>
            </a:pPr>
            <a:r>
              <a:rPr lang="en-GB" sz="2667" dirty="0">
                <a:latin typeface="Consolas" panose="020B0609020204030204" pitchFamily="49" charset="0"/>
                <a:cs typeface="Times New Roman" panose="02020603050405020304" pitchFamily="18" charset="0"/>
              </a:rPr>
              <a:t>	age: 23, </a:t>
            </a:r>
          </a:p>
          <a:p>
            <a:pPr>
              <a:lnSpc>
                <a:spcPct val="150000"/>
              </a:lnSpc>
            </a:pPr>
            <a:r>
              <a:rPr lang="en-GB" sz="2667" dirty="0">
                <a:latin typeface="Consolas" panose="020B0609020204030204" pitchFamily="49" charset="0"/>
                <a:cs typeface="Times New Roman" panose="02020603050405020304" pitchFamily="18" charset="0"/>
              </a:rPr>
              <a:t>};</a:t>
            </a:r>
          </a:p>
          <a:p>
            <a:pPr>
              <a:lnSpc>
                <a:spcPct val="150000"/>
              </a:lnSpc>
            </a:pPr>
            <a:r>
              <a:rPr lang="en-GB" sz="2667" dirty="0">
                <a:latin typeface="Consolas" panose="020B0609020204030204" pitchFamily="49" charset="0"/>
                <a:cs typeface="Times New Roman" panose="02020603050405020304" pitchFamily="18" charset="0"/>
              </a:rPr>
              <a:t>console.log(</a:t>
            </a:r>
            <a:r>
              <a:rPr lang="en-GB" sz="2667" dirty="0">
                <a:solidFill>
                  <a:srgbClr val="00B0F0"/>
                </a:solidFill>
                <a:latin typeface="Consolas" panose="020B0609020204030204" pitchFamily="49" charset="0"/>
                <a:cs typeface="Times New Roman" panose="02020603050405020304" pitchFamily="18" charset="0"/>
              </a:rPr>
              <a:t>person["full name"]</a:t>
            </a:r>
            <a:r>
              <a:rPr lang="en-GB" sz="2667" dirty="0">
                <a:latin typeface="Consolas" panose="020B0609020204030204" pitchFamily="49" charset="0"/>
                <a:cs typeface="Times New Roman" panose="02020603050405020304" pitchFamily="18" charset="0"/>
              </a:rPr>
              <a:t>);</a:t>
            </a:r>
          </a:p>
          <a:p>
            <a:pPr>
              <a:lnSpc>
                <a:spcPct val="150000"/>
              </a:lnSpc>
            </a:pPr>
            <a:r>
              <a:rPr lang="en-GB" sz="2667" dirty="0">
                <a:solidFill>
                  <a:srgbClr val="00B0F0"/>
                </a:solidFill>
                <a:latin typeface="Consolas" panose="020B0609020204030204" pitchFamily="49" charset="0"/>
                <a:cs typeface="Times New Roman" panose="02020603050405020304" pitchFamily="18" charset="0"/>
              </a:rPr>
              <a:t>let prop = "age"</a:t>
            </a:r>
            <a:r>
              <a:rPr lang="en-GB" sz="2667" dirty="0">
                <a:latin typeface="Consolas" panose="020B0609020204030204" pitchFamily="49" charset="0"/>
                <a:cs typeface="Times New Roman" panose="02020603050405020304" pitchFamily="18" charset="0"/>
              </a:rPr>
              <a:t>;</a:t>
            </a:r>
          </a:p>
          <a:p>
            <a:pPr>
              <a:lnSpc>
                <a:spcPct val="150000"/>
              </a:lnSpc>
            </a:pPr>
            <a:r>
              <a:rPr lang="en-GB" sz="2667" dirty="0">
                <a:latin typeface="Consolas" panose="020B0609020204030204" pitchFamily="49" charset="0"/>
                <a:cs typeface="Times New Roman" panose="02020603050405020304" pitchFamily="18" charset="0"/>
              </a:rPr>
              <a:t>console.log(</a:t>
            </a:r>
            <a:r>
              <a:rPr lang="en-GB" sz="2667" dirty="0">
                <a:solidFill>
                  <a:srgbClr val="00B0F0"/>
                </a:solidFill>
                <a:latin typeface="Consolas" panose="020B0609020204030204" pitchFamily="49" charset="0"/>
                <a:cs typeface="Times New Roman" panose="02020603050405020304" pitchFamily="18" charset="0"/>
              </a:rPr>
              <a:t>person[prop]</a:t>
            </a:r>
            <a:r>
              <a:rPr lang="en-GB" sz="2667" dirty="0">
                <a:latin typeface="Consolas" panose="020B0609020204030204" pitchFamily="49" charset="0"/>
                <a:cs typeface="Times New Roman" panose="02020603050405020304" pitchFamily="18" charset="0"/>
              </a:rPr>
              <a:t>); // 23</a:t>
            </a:r>
          </a:p>
        </p:txBody>
      </p:sp>
    </p:spTree>
    <p:extLst>
      <p:ext uri="{BB962C8B-B14F-4D97-AF65-F5344CB8AC3E}">
        <p14:creationId xmlns:p14="http://schemas.microsoft.com/office/powerpoint/2010/main" val="215368380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65">
          <a:extLst>
            <a:ext uri="{FF2B5EF4-FFF2-40B4-BE49-F238E27FC236}">
              <a16:creationId xmlns:a16="http://schemas.microsoft.com/office/drawing/2014/main" id="{A038A795-B560-43FC-DD09-857DB084141C}"/>
            </a:ext>
          </a:extLst>
        </p:cNvPr>
        <p:cNvGrpSpPr/>
        <p:nvPr/>
      </p:nvGrpSpPr>
      <p:grpSpPr>
        <a:xfrm>
          <a:off x="0" y="0"/>
          <a:ext cx="0" cy="0"/>
          <a:chOff x="0" y="0"/>
          <a:chExt cx="0" cy="0"/>
        </a:xfrm>
      </p:grpSpPr>
      <p:sp>
        <p:nvSpPr>
          <p:cNvPr id="267" name="Google Shape;267;p33">
            <a:extLst>
              <a:ext uri="{FF2B5EF4-FFF2-40B4-BE49-F238E27FC236}">
                <a16:creationId xmlns:a16="http://schemas.microsoft.com/office/drawing/2014/main" id="{EECE070C-BFA1-5566-3C7C-ABC07325E7F0}"/>
              </a:ext>
            </a:extLst>
          </p:cNvPr>
          <p:cNvSpPr txBox="1">
            <a:spLocks noGrp="1"/>
          </p:cNvSpPr>
          <p:nvPr>
            <p:ph type="title"/>
          </p:nvPr>
        </p:nvSpPr>
        <p:spPr>
          <a:xfrm>
            <a:off x="960000" y="310337"/>
            <a:ext cx="10272000" cy="763600"/>
          </a:xfrm>
          <a:prstGeom prst="rect">
            <a:avLst/>
          </a:prstGeom>
        </p:spPr>
        <p:txBody>
          <a:bodyPr spcFirstLastPara="1" vert="horz" wrap="square" lIns="121900" tIns="121900" rIns="121900" bIns="121900" rtlCol="0" anchor="t" anchorCtr="0">
            <a:noAutofit/>
          </a:bodyPr>
          <a:lstStyle/>
          <a:p>
            <a:r>
              <a:rPr lang="en" dirty="0"/>
              <a:t>Nested Object</a:t>
            </a:r>
            <a:endParaRPr dirty="0"/>
          </a:p>
        </p:txBody>
      </p:sp>
      <p:sp>
        <p:nvSpPr>
          <p:cNvPr id="2" name="TextBox 1">
            <a:extLst>
              <a:ext uri="{FF2B5EF4-FFF2-40B4-BE49-F238E27FC236}">
                <a16:creationId xmlns:a16="http://schemas.microsoft.com/office/drawing/2014/main" id="{EF557B66-67F6-E02B-6FDE-472D6919BB81}"/>
              </a:ext>
            </a:extLst>
          </p:cNvPr>
          <p:cNvSpPr txBox="1"/>
          <p:nvPr/>
        </p:nvSpPr>
        <p:spPr>
          <a:xfrm>
            <a:off x="960000" y="1073938"/>
            <a:ext cx="10480885" cy="3097066"/>
          </a:xfrm>
          <a:prstGeom prst="rect">
            <a:avLst/>
          </a:prstGeom>
          <a:noFill/>
        </p:spPr>
        <p:txBody>
          <a:bodyPr wrap="square" rtlCol="0">
            <a:spAutoFit/>
          </a:bodyPr>
          <a:lstStyle/>
          <a:p>
            <a:pPr>
              <a:lnSpc>
                <a:spcPct val="150000"/>
              </a:lnSpc>
            </a:pPr>
            <a:r>
              <a:rPr lang="en-GB" sz="2667" dirty="0">
                <a:latin typeface="Times New Roman" panose="02020603050405020304" pitchFamily="18" charset="0"/>
                <a:cs typeface="Times New Roman" panose="02020603050405020304" pitchFamily="18" charset="0"/>
              </a:rPr>
              <a:t>A nested object is an object that contains </a:t>
            </a:r>
            <a:r>
              <a:rPr lang="en-GB" sz="2667" dirty="0">
                <a:solidFill>
                  <a:srgbClr val="FF0000"/>
                </a:solidFill>
                <a:latin typeface="Times New Roman" panose="02020603050405020304" pitchFamily="18" charset="0"/>
                <a:cs typeface="Times New Roman" panose="02020603050405020304" pitchFamily="18" charset="0"/>
              </a:rPr>
              <a:t>two or more objects inside it </a:t>
            </a:r>
            <a:r>
              <a:rPr lang="en-GB" sz="2667" dirty="0">
                <a:latin typeface="Times New Roman" panose="02020603050405020304" pitchFamily="18" charset="0"/>
                <a:cs typeface="Times New Roman" panose="02020603050405020304" pitchFamily="18" charset="0"/>
              </a:rPr>
              <a:t>as properties. This means that the value of a property can itself be another object. Nested objects are useful for organizing complex data that has multiple layers or categories. You can access properties inside nested objects by using multiple levels of dot notation or bracket notation.</a:t>
            </a:r>
          </a:p>
        </p:txBody>
      </p:sp>
    </p:spTree>
    <p:extLst>
      <p:ext uri="{BB962C8B-B14F-4D97-AF65-F5344CB8AC3E}">
        <p14:creationId xmlns:p14="http://schemas.microsoft.com/office/powerpoint/2010/main" val="14760778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65">
          <a:extLst>
            <a:ext uri="{FF2B5EF4-FFF2-40B4-BE49-F238E27FC236}">
              <a16:creationId xmlns:a16="http://schemas.microsoft.com/office/drawing/2014/main" id="{9D9A4A9D-6BAA-9A80-2449-0BD705172588}"/>
            </a:ext>
          </a:extLst>
        </p:cNvPr>
        <p:cNvGrpSpPr/>
        <p:nvPr/>
      </p:nvGrpSpPr>
      <p:grpSpPr>
        <a:xfrm>
          <a:off x="0" y="0"/>
          <a:ext cx="0" cy="0"/>
          <a:chOff x="0" y="0"/>
          <a:chExt cx="0" cy="0"/>
        </a:xfrm>
      </p:grpSpPr>
      <p:sp>
        <p:nvSpPr>
          <p:cNvPr id="267" name="Google Shape;267;p33">
            <a:extLst>
              <a:ext uri="{FF2B5EF4-FFF2-40B4-BE49-F238E27FC236}">
                <a16:creationId xmlns:a16="http://schemas.microsoft.com/office/drawing/2014/main" id="{2FD713C0-32B4-E7D8-12CE-FF4E75997DC3}"/>
              </a:ext>
            </a:extLst>
          </p:cNvPr>
          <p:cNvSpPr txBox="1">
            <a:spLocks noGrp="1"/>
          </p:cNvSpPr>
          <p:nvPr>
            <p:ph type="title"/>
          </p:nvPr>
        </p:nvSpPr>
        <p:spPr>
          <a:xfrm>
            <a:off x="960000" y="310337"/>
            <a:ext cx="10272000" cy="763600"/>
          </a:xfrm>
          <a:prstGeom prst="rect">
            <a:avLst/>
          </a:prstGeom>
        </p:spPr>
        <p:txBody>
          <a:bodyPr spcFirstLastPara="1" vert="horz" wrap="square" lIns="121900" tIns="121900" rIns="121900" bIns="121900" rtlCol="0" anchor="t" anchorCtr="0">
            <a:noAutofit/>
          </a:bodyPr>
          <a:lstStyle/>
          <a:p>
            <a:r>
              <a:rPr lang="en" dirty="0"/>
              <a:t>Nested Object</a:t>
            </a:r>
            <a:endParaRPr dirty="0"/>
          </a:p>
        </p:txBody>
      </p:sp>
      <p:sp>
        <p:nvSpPr>
          <p:cNvPr id="2" name="TextBox 1">
            <a:extLst>
              <a:ext uri="{FF2B5EF4-FFF2-40B4-BE49-F238E27FC236}">
                <a16:creationId xmlns:a16="http://schemas.microsoft.com/office/drawing/2014/main" id="{B9A2CE4F-4C78-A4DB-2F9D-B1ECC7BF1DF6}"/>
              </a:ext>
            </a:extLst>
          </p:cNvPr>
          <p:cNvSpPr txBox="1"/>
          <p:nvPr/>
        </p:nvSpPr>
        <p:spPr>
          <a:xfrm>
            <a:off x="960000" y="1073937"/>
            <a:ext cx="10480885" cy="5634684"/>
          </a:xfrm>
          <a:prstGeom prst="rect">
            <a:avLst/>
          </a:prstGeom>
          <a:noFill/>
        </p:spPr>
        <p:txBody>
          <a:bodyPr wrap="square" rtlCol="0">
            <a:spAutoFit/>
          </a:bodyPr>
          <a:lstStyle/>
          <a:p>
            <a:pPr>
              <a:lnSpc>
                <a:spcPct val="150000"/>
              </a:lnSpc>
            </a:pPr>
            <a:r>
              <a:rPr lang="en-GB" sz="2667" dirty="0">
                <a:latin typeface="Times New Roman" panose="02020603050405020304" pitchFamily="18" charset="0"/>
                <a:cs typeface="Times New Roman" panose="02020603050405020304" pitchFamily="18" charset="0"/>
              </a:rPr>
              <a:t>Example:</a:t>
            </a:r>
          </a:p>
          <a:p>
            <a:pPr>
              <a:lnSpc>
                <a:spcPct val="150000"/>
              </a:lnSpc>
            </a:pPr>
            <a:r>
              <a:rPr lang="en-GB" sz="2400" dirty="0">
                <a:latin typeface="Consolas" panose="020B0609020204030204" pitchFamily="49" charset="0"/>
                <a:cs typeface="Times New Roman" panose="02020603050405020304" pitchFamily="18" charset="0"/>
              </a:rPr>
              <a:t>let user = {</a:t>
            </a:r>
          </a:p>
          <a:p>
            <a:pPr>
              <a:lnSpc>
                <a:spcPct val="150000"/>
              </a:lnSpc>
            </a:pPr>
            <a:r>
              <a:rPr lang="en-GB" sz="2400" dirty="0">
                <a:latin typeface="Consolas" panose="020B0609020204030204" pitchFamily="49" charset="0"/>
                <a:cs typeface="Times New Roman" panose="02020603050405020304" pitchFamily="18" charset="0"/>
              </a:rPr>
              <a:t>  name: “Ahmed",</a:t>
            </a:r>
          </a:p>
          <a:p>
            <a:pPr>
              <a:lnSpc>
                <a:spcPct val="150000"/>
              </a:lnSpc>
            </a:pPr>
            <a:r>
              <a:rPr lang="en-GB" sz="2400" dirty="0">
                <a:latin typeface="Consolas" panose="020B0609020204030204" pitchFamily="49" charset="0"/>
                <a:cs typeface="Times New Roman" panose="02020603050405020304" pitchFamily="18" charset="0"/>
              </a:rPr>
              <a:t>  age: 30,</a:t>
            </a:r>
          </a:p>
          <a:p>
            <a:pPr>
              <a:lnSpc>
                <a:spcPct val="150000"/>
              </a:lnSpc>
            </a:pPr>
            <a:r>
              <a:rPr lang="en-GB" sz="2400" dirty="0">
                <a:latin typeface="Consolas" panose="020B0609020204030204" pitchFamily="49" charset="0"/>
                <a:cs typeface="Times New Roman" panose="02020603050405020304" pitchFamily="18" charset="0"/>
              </a:rPr>
              <a:t>  address: {</a:t>
            </a:r>
          </a:p>
          <a:p>
            <a:pPr>
              <a:lnSpc>
                <a:spcPct val="150000"/>
              </a:lnSpc>
            </a:pPr>
            <a:r>
              <a:rPr lang="en-GB" sz="2400" dirty="0">
                <a:latin typeface="Consolas" panose="020B0609020204030204" pitchFamily="49" charset="0"/>
                <a:cs typeface="Times New Roman" panose="02020603050405020304" pitchFamily="18" charset="0"/>
              </a:rPr>
              <a:t>    street: “150 St",</a:t>
            </a:r>
          </a:p>
          <a:p>
            <a:pPr>
              <a:lnSpc>
                <a:spcPct val="150000"/>
              </a:lnSpc>
            </a:pPr>
            <a:r>
              <a:rPr lang="en-GB" sz="2400" dirty="0">
                <a:latin typeface="Consolas" panose="020B0609020204030204" pitchFamily="49" charset="0"/>
                <a:cs typeface="Times New Roman" panose="02020603050405020304" pitchFamily="18" charset="0"/>
              </a:rPr>
              <a:t>    city: "Hargeisa",</a:t>
            </a:r>
          </a:p>
          <a:p>
            <a:pPr>
              <a:lnSpc>
                <a:spcPct val="150000"/>
              </a:lnSpc>
            </a:pPr>
            <a:r>
              <a:rPr lang="en-GB" sz="2400" dirty="0">
                <a:latin typeface="Consolas" panose="020B0609020204030204" pitchFamily="49" charset="0"/>
                <a:cs typeface="Times New Roman" panose="02020603050405020304" pitchFamily="18" charset="0"/>
              </a:rPr>
              <a:t>    country: "Somaliland"</a:t>
            </a:r>
          </a:p>
          <a:p>
            <a:pPr>
              <a:lnSpc>
                <a:spcPct val="150000"/>
              </a:lnSpc>
            </a:pPr>
            <a:r>
              <a:rPr lang="en-GB" sz="2400" dirty="0">
                <a:latin typeface="Consolas" panose="020B0609020204030204" pitchFamily="49" charset="0"/>
                <a:cs typeface="Times New Roman" panose="02020603050405020304" pitchFamily="18" charset="0"/>
              </a:rPr>
              <a:t>  },</a:t>
            </a:r>
          </a:p>
          <a:p>
            <a:pPr>
              <a:lnSpc>
                <a:spcPct val="150000"/>
              </a:lnSpc>
            </a:pPr>
            <a:r>
              <a:rPr lang="en-GB" sz="2400" dirty="0">
                <a:latin typeface="Consolas" panose="020B0609020204030204" pitchFamily="49" charset="0"/>
                <a:cs typeface="Times New Roman" panose="02020603050405020304" pitchFamily="18" charset="0"/>
              </a:rPr>
              <a:t>};</a:t>
            </a:r>
          </a:p>
        </p:txBody>
      </p:sp>
    </p:spTree>
    <p:extLst>
      <p:ext uri="{BB962C8B-B14F-4D97-AF65-F5344CB8AC3E}">
        <p14:creationId xmlns:p14="http://schemas.microsoft.com/office/powerpoint/2010/main" val="204444405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65">
          <a:extLst>
            <a:ext uri="{FF2B5EF4-FFF2-40B4-BE49-F238E27FC236}">
              <a16:creationId xmlns:a16="http://schemas.microsoft.com/office/drawing/2014/main" id="{80346FAB-77AD-73E1-844E-803A43A05564}"/>
            </a:ext>
          </a:extLst>
        </p:cNvPr>
        <p:cNvGrpSpPr/>
        <p:nvPr/>
      </p:nvGrpSpPr>
      <p:grpSpPr>
        <a:xfrm>
          <a:off x="0" y="0"/>
          <a:ext cx="0" cy="0"/>
          <a:chOff x="0" y="0"/>
          <a:chExt cx="0" cy="0"/>
        </a:xfrm>
      </p:grpSpPr>
      <p:sp>
        <p:nvSpPr>
          <p:cNvPr id="267" name="Google Shape;267;p33">
            <a:extLst>
              <a:ext uri="{FF2B5EF4-FFF2-40B4-BE49-F238E27FC236}">
                <a16:creationId xmlns:a16="http://schemas.microsoft.com/office/drawing/2014/main" id="{0A64E3C8-CC8F-B1A0-608B-EFD432CE9ADA}"/>
              </a:ext>
            </a:extLst>
          </p:cNvPr>
          <p:cNvSpPr txBox="1">
            <a:spLocks noGrp="1"/>
          </p:cNvSpPr>
          <p:nvPr>
            <p:ph type="title"/>
          </p:nvPr>
        </p:nvSpPr>
        <p:spPr>
          <a:xfrm>
            <a:off x="960000" y="310337"/>
            <a:ext cx="10272000" cy="763600"/>
          </a:xfrm>
          <a:prstGeom prst="rect">
            <a:avLst/>
          </a:prstGeom>
        </p:spPr>
        <p:txBody>
          <a:bodyPr spcFirstLastPara="1" vert="horz" wrap="square" lIns="121900" tIns="121900" rIns="121900" bIns="121900" rtlCol="0" anchor="t" anchorCtr="0">
            <a:noAutofit/>
          </a:bodyPr>
          <a:lstStyle/>
          <a:p>
            <a:r>
              <a:rPr lang="en" dirty="0"/>
              <a:t>Nested Object</a:t>
            </a:r>
            <a:endParaRPr dirty="0"/>
          </a:p>
        </p:txBody>
      </p:sp>
      <p:sp>
        <p:nvSpPr>
          <p:cNvPr id="2" name="TextBox 1">
            <a:extLst>
              <a:ext uri="{FF2B5EF4-FFF2-40B4-BE49-F238E27FC236}">
                <a16:creationId xmlns:a16="http://schemas.microsoft.com/office/drawing/2014/main" id="{4F57B95B-05FD-C246-AF33-E685085B1FC2}"/>
              </a:ext>
            </a:extLst>
          </p:cNvPr>
          <p:cNvSpPr txBox="1"/>
          <p:nvPr/>
        </p:nvSpPr>
        <p:spPr>
          <a:xfrm>
            <a:off x="960000" y="1073937"/>
            <a:ext cx="10480885" cy="5559792"/>
          </a:xfrm>
          <a:prstGeom prst="rect">
            <a:avLst/>
          </a:prstGeom>
          <a:noFill/>
        </p:spPr>
        <p:txBody>
          <a:bodyPr wrap="square" rtlCol="0">
            <a:spAutoFit/>
          </a:bodyPr>
          <a:lstStyle/>
          <a:p>
            <a:pPr>
              <a:lnSpc>
                <a:spcPct val="150000"/>
              </a:lnSpc>
            </a:pPr>
            <a:r>
              <a:rPr lang="en-GB" sz="2667" b="1" u="sng" dirty="0">
                <a:latin typeface="Times New Roman" panose="02020603050405020304" pitchFamily="18" charset="0"/>
                <a:cs typeface="Times New Roman" panose="02020603050405020304" pitchFamily="18" charset="0"/>
              </a:rPr>
              <a:t>How to Access Nested Properties</a:t>
            </a:r>
          </a:p>
          <a:p>
            <a:pPr>
              <a:lnSpc>
                <a:spcPct val="150000"/>
              </a:lnSpc>
            </a:pPr>
            <a:r>
              <a:rPr lang="en-GB" sz="2667" dirty="0">
                <a:latin typeface="Times New Roman" panose="02020603050405020304" pitchFamily="18" charset="0"/>
                <a:cs typeface="Times New Roman" panose="02020603050405020304" pitchFamily="18" charset="0"/>
              </a:rPr>
              <a:t>To get data inside a nested object, use dot notation or bracket notation one after another. For example, to get the city name inside the address object of user, you write </a:t>
            </a:r>
            <a:r>
              <a:rPr lang="en-GB" sz="2667" dirty="0" err="1">
                <a:latin typeface="Consolas" panose="020B0609020204030204" pitchFamily="49" charset="0"/>
                <a:cs typeface="Times New Roman" panose="02020603050405020304" pitchFamily="18" charset="0"/>
              </a:rPr>
              <a:t>user.address.city</a:t>
            </a:r>
            <a:r>
              <a:rPr lang="en-GB" sz="2667" dirty="0">
                <a:latin typeface="Times New Roman" panose="02020603050405020304" pitchFamily="18" charset="0"/>
                <a:cs typeface="Times New Roman" panose="02020603050405020304" pitchFamily="18" charset="0"/>
              </a:rPr>
              <a:t>.</a:t>
            </a:r>
          </a:p>
          <a:p>
            <a:pPr>
              <a:lnSpc>
                <a:spcPct val="150000"/>
              </a:lnSpc>
            </a:pPr>
            <a:r>
              <a:rPr lang="en-GB" sz="2667" b="1" u="sng" dirty="0">
                <a:latin typeface="Times New Roman" panose="02020603050405020304" pitchFamily="18" charset="0"/>
                <a:cs typeface="Times New Roman" panose="02020603050405020304" pitchFamily="18" charset="0"/>
              </a:rPr>
              <a:t>How to Add or Change Nested Properties?</a:t>
            </a:r>
          </a:p>
          <a:p>
            <a:pPr>
              <a:lnSpc>
                <a:spcPct val="150000"/>
              </a:lnSpc>
            </a:pPr>
            <a:r>
              <a:rPr lang="en-GB" sz="2667" dirty="0">
                <a:latin typeface="Times New Roman" panose="02020603050405020304" pitchFamily="18" charset="0"/>
                <a:cs typeface="Times New Roman" panose="02020603050405020304" pitchFamily="18" charset="0"/>
              </a:rPr>
              <a:t>You can add new properties or change existing ones inside nested objects by using the same property access method. For example, </a:t>
            </a:r>
          </a:p>
          <a:p>
            <a:pPr>
              <a:lnSpc>
                <a:spcPct val="150000"/>
              </a:lnSpc>
            </a:pPr>
            <a:r>
              <a:rPr lang="en-GB" sz="2667" dirty="0" err="1">
                <a:latin typeface="Consolas" panose="020B0609020204030204" pitchFamily="49" charset="0"/>
                <a:cs typeface="Times New Roman" panose="02020603050405020304" pitchFamily="18" charset="0"/>
              </a:rPr>
              <a:t>user.address.city</a:t>
            </a:r>
            <a:r>
              <a:rPr lang="en-GB" sz="2667" dirty="0">
                <a:latin typeface="Consolas" panose="020B0609020204030204" pitchFamily="49" charset="0"/>
                <a:cs typeface="Times New Roman" panose="02020603050405020304" pitchFamily="18" charset="0"/>
              </a:rPr>
              <a:t> = “Berbera"</a:t>
            </a:r>
            <a:r>
              <a:rPr lang="en-GB" sz="2667" dirty="0">
                <a:latin typeface="Times New Roman" panose="02020603050405020304" pitchFamily="18" charset="0"/>
                <a:cs typeface="Times New Roman" panose="02020603050405020304" pitchFamily="18" charset="0"/>
              </a:rPr>
              <a:t> adds a new property city inside the nested address object.</a:t>
            </a:r>
          </a:p>
        </p:txBody>
      </p:sp>
    </p:spTree>
    <p:extLst>
      <p:ext uri="{BB962C8B-B14F-4D97-AF65-F5344CB8AC3E}">
        <p14:creationId xmlns:p14="http://schemas.microsoft.com/office/powerpoint/2010/main" val="114071838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65">
          <a:extLst>
            <a:ext uri="{FF2B5EF4-FFF2-40B4-BE49-F238E27FC236}">
              <a16:creationId xmlns:a16="http://schemas.microsoft.com/office/drawing/2014/main" id="{57416974-F941-035A-DA3C-7856A854188F}"/>
            </a:ext>
          </a:extLst>
        </p:cNvPr>
        <p:cNvGrpSpPr/>
        <p:nvPr/>
      </p:nvGrpSpPr>
      <p:grpSpPr>
        <a:xfrm>
          <a:off x="0" y="0"/>
          <a:ext cx="0" cy="0"/>
          <a:chOff x="0" y="0"/>
          <a:chExt cx="0" cy="0"/>
        </a:xfrm>
      </p:grpSpPr>
      <p:sp>
        <p:nvSpPr>
          <p:cNvPr id="267" name="Google Shape;267;p33">
            <a:extLst>
              <a:ext uri="{FF2B5EF4-FFF2-40B4-BE49-F238E27FC236}">
                <a16:creationId xmlns:a16="http://schemas.microsoft.com/office/drawing/2014/main" id="{02C1329D-1942-453D-5D8B-3899AE60904C}"/>
              </a:ext>
            </a:extLst>
          </p:cNvPr>
          <p:cNvSpPr txBox="1">
            <a:spLocks noGrp="1"/>
          </p:cNvSpPr>
          <p:nvPr>
            <p:ph type="title"/>
          </p:nvPr>
        </p:nvSpPr>
        <p:spPr>
          <a:xfrm>
            <a:off x="960000" y="310337"/>
            <a:ext cx="10272000" cy="763600"/>
          </a:xfrm>
          <a:prstGeom prst="rect">
            <a:avLst/>
          </a:prstGeom>
        </p:spPr>
        <p:txBody>
          <a:bodyPr spcFirstLastPara="1" vert="horz" wrap="square" lIns="121900" tIns="121900" rIns="121900" bIns="121900" rtlCol="0" anchor="t" anchorCtr="0">
            <a:noAutofit/>
          </a:bodyPr>
          <a:lstStyle/>
          <a:p>
            <a:r>
              <a:rPr lang="en" dirty="0"/>
              <a:t>Nested Object</a:t>
            </a:r>
            <a:endParaRPr dirty="0"/>
          </a:p>
        </p:txBody>
      </p:sp>
      <p:sp>
        <p:nvSpPr>
          <p:cNvPr id="2" name="TextBox 1">
            <a:extLst>
              <a:ext uri="{FF2B5EF4-FFF2-40B4-BE49-F238E27FC236}">
                <a16:creationId xmlns:a16="http://schemas.microsoft.com/office/drawing/2014/main" id="{102DBC96-C40A-C3E9-C742-260F764992A7}"/>
              </a:ext>
            </a:extLst>
          </p:cNvPr>
          <p:cNvSpPr txBox="1"/>
          <p:nvPr/>
        </p:nvSpPr>
        <p:spPr>
          <a:xfrm>
            <a:off x="960000" y="1073938"/>
            <a:ext cx="10480885" cy="3712748"/>
          </a:xfrm>
          <a:prstGeom prst="rect">
            <a:avLst/>
          </a:prstGeom>
          <a:noFill/>
        </p:spPr>
        <p:txBody>
          <a:bodyPr wrap="square" rtlCol="0">
            <a:spAutoFit/>
          </a:bodyPr>
          <a:lstStyle/>
          <a:p>
            <a:pPr>
              <a:lnSpc>
                <a:spcPct val="150000"/>
              </a:lnSpc>
            </a:pPr>
            <a:r>
              <a:rPr lang="en-GB" sz="2667" b="1" u="sng" dirty="0">
                <a:latin typeface="Times New Roman" panose="02020603050405020304" pitchFamily="18" charset="0"/>
                <a:cs typeface="Times New Roman" panose="02020603050405020304" pitchFamily="18" charset="0"/>
              </a:rPr>
              <a:t>Why Use Nested Objects</a:t>
            </a:r>
          </a:p>
          <a:p>
            <a:pPr>
              <a:lnSpc>
                <a:spcPct val="150000"/>
              </a:lnSpc>
            </a:pPr>
            <a:r>
              <a:rPr lang="en-GB" sz="2667" dirty="0">
                <a:latin typeface="Times New Roman" panose="02020603050405020304" pitchFamily="18" charset="0"/>
                <a:cs typeface="Times New Roman" panose="02020603050405020304" pitchFamily="18" charset="0"/>
              </a:rPr>
              <a:t>Nested objects allow you to store structured and related data together in a way that reflects real-world relationships. For example, a user’s profile might include personal details, an address, and preferences, all organized neatly in nested objects. This makes your code easier to understand and maintain.</a:t>
            </a:r>
          </a:p>
        </p:txBody>
      </p:sp>
    </p:spTree>
    <p:extLst>
      <p:ext uri="{BB962C8B-B14F-4D97-AF65-F5344CB8AC3E}">
        <p14:creationId xmlns:p14="http://schemas.microsoft.com/office/powerpoint/2010/main" val="330052344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65">
          <a:extLst>
            <a:ext uri="{FF2B5EF4-FFF2-40B4-BE49-F238E27FC236}">
              <a16:creationId xmlns:a16="http://schemas.microsoft.com/office/drawing/2014/main" id="{609D9164-1322-E5DA-3CB8-690FE00921FC}"/>
            </a:ext>
          </a:extLst>
        </p:cNvPr>
        <p:cNvGrpSpPr/>
        <p:nvPr/>
      </p:nvGrpSpPr>
      <p:grpSpPr>
        <a:xfrm>
          <a:off x="0" y="0"/>
          <a:ext cx="0" cy="0"/>
          <a:chOff x="0" y="0"/>
          <a:chExt cx="0" cy="0"/>
        </a:xfrm>
      </p:grpSpPr>
      <p:sp>
        <p:nvSpPr>
          <p:cNvPr id="267" name="Google Shape;267;p33">
            <a:extLst>
              <a:ext uri="{FF2B5EF4-FFF2-40B4-BE49-F238E27FC236}">
                <a16:creationId xmlns:a16="http://schemas.microsoft.com/office/drawing/2014/main" id="{80566214-5B58-E445-64F1-132C2E75890E}"/>
              </a:ext>
            </a:extLst>
          </p:cNvPr>
          <p:cNvSpPr txBox="1">
            <a:spLocks noGrp="1"/>
          </p:cNvSpPr>
          <p:nvPr>
            <p:ph type="title"/>
          </p:nvPr>
        </p:nvSpPr>
        <p:spPr>
          <a:xfrm>
            <a:off x="960000" y="310337"/>
            <a:ext cx="10272000" cy="763600"/>
          </a:xfrm>
          <a:prstGeom prst="rect">
            <a:avLst/>
          </a:prstGeom>
        </p:spPr>
        <p:txBody>
          <a:bodyPr spcFirstLastPara="1" vert="horz" wrap="square" lIns="121900" tIns="121900" rIns="121900" bIns="121900" rtlCol="0" anchor="t" anchorCtr="0">
            <a:noAutofit/>
          </a:bodyPr>
          <a:lstStyle/>
          <a:p>
            <a:r>
              <a:rPr lang="en-GB" dirty="0"/>
              <a:t>t</a:t>
            </a:r>
            <a:r>
              <a:rPr lang="en" dirty="0"/>
              <a:t>his Keyword</a:t>
            </a:r>
            <a:endParaRPr dirty="0"/>
          </a:p>
        </p:txBody>
      </p:sp>
      <p:sp>
        <p:nvSpPr>
          <p:cNvPr id="2" name="TextBox 1">
            <a:extLst>
              <a:ext uri="{FF2B5EF4-FFF2-40B4-BE49-F238E27FC236}">
                <a16:creationId xmlns:a16="http://schemas.microsoft.com/office/drawing/2014/main" id="{872FC3B8-7923-B8E6-849B-C948A4263AFB}"/>
              </a:ext>
            </a:extLst>
          </p:cNvPr>
          <p:cNvSpPr txBox="1"/>
          <p:nvPr/>
        </p:nvSpPr>
        <p:spPr>
          <a:xfrm>
            <a:off x="960000" y="1073937"/>
            <a:ext cx="10480885" cy="3712748"/>
          </a:xfrm>
          <a:prstGeom prst="rect">
            <a:avLst/>
          </a:prstGeom>
          <a:noFill/>
        </p:spPr>
        <p:txBody>
          <a:bodyPr wrap="square" rtlCol="0">
            <a:spAutoFit/>
          </a:bodyPr>
          <a:lstStyle/>
          <a:p>
            <a:pPr>
              <a:lnSpc>
                <a:spcPct val="150000"/>
              </a:lnSpc>
            </a:pPr>
            <a:r>
              <a:rPr lang="en-GB" sz="2667" dirty="0">
                <a:latin typeface="Times New Roman" panose="02020603050405020304" pitchFamily="18" charset="0"/>
                <a:cs typeface="Times New Roman" panose="02020603050405020304" pitchFamily="18" charset="0"/>
              </a:rPr>
              <a:t>The this keyword in JavaScript refers to the </a:t>
            </a:r>
            <a:r>
              <a:rPr lang="en-GB" sz="2667" dirty="0">
                <a:solidFill>
                  <a:srgbClr val="FF0000"/>
                </a:solidFill>
                <a:latin typeface="Times New Roman" panose="02020603050405020304" pitchFamily="18" charset="0"/>
                <a:cs typeface="Times New Roman" panose="02020603050405020304" pitchFamily="18" charset="0"/>
              </a:rPr>
              <a:t>current context or object</a:t>
            </a:r>
            <a:r>
              <a:rPr lang="en-GB" sz="2667" dirty="0">
                <a:latin typeface="Times New Roman" panose="02020603050405020304" pitchFamily="18" charset="0"/>
                <a:cs typeface="Times New Roman" panose="02020603050405020304" pitchFamily="18" charset="0"/>
              </a:rPr>
              <a:t> that is executing the code. It is a special keyword that allows functions and methods to access the object they belong to or the environment they are running in. The exact value of </a:t>
            </a:r>
            <a:r>
              <a:rPr lang="en-GB" sz="2667" dirty="0">
                <a:latin typeface="Consolas" panose="020B0609020204030204" pitchFamily="49" charset="0"/>
                <a:cs typeface="Times New Roman" panose="02020603050405020304" pitchFamily="18" charset="0"/>
              </a:rPr>
              <a:t>this</a:t>
            </a:r>
            <a:r>
              <a:rPr lang="en-GB" sz="2667" dirty="0">
                <a:latin typeface="Times New Roman" panose="02020603050405020304" pitchFamily="18" charset="0"/>
                <a:cs typeface="Times New Roman" panose="02020603050405020304" pitchFamily="18" charset="0"/>
              </a:rPr>
              <a:t> depends on </a:t>
            </a:r>
            <a:r>
              <a:rPr lang="en-GB" sz="2667" dirty="0">
                <a:solidFill>
                  <a:srgbClr val="FF0000"/>
                </a:solidFill>
                <a:latin typeface="Times New Roman" panose="02020603050405020304" pitchFamily="18" charset="0"/>
                <a:cs typeface="Times New Roman" panose="02020603050405020304" pitchFamily="18" charset="0"/>
              </a:rPr>
              <a:t>how and where </a:t>
            </a:r>
            <a:r>
              <a:rPr lang="en-GB" sz="2667" dirty="0">
                <a:latin typeface="Times New Roman" panose="02020603050405020304" pitchFamily="18" charset="0"/>
                <a:cs typeface="Times New Roman" panose="02020603050405020304" pitchFamily="18" charset="0"/>
              </a:rPr>
              <a:t>the function is called. It helps write reusable code and lets methods work with the object’s own data.</a:t>
            </a:r>
          </a:p>
        </p:txBody>
      </p:sp>
    </p:spTree>
    <p:extLst>
      <p:ext uri="{BB962C8B-B14F-4D97-AF65-F5344CB8AC3E}">
        <p14:creationId xmlns:p14="http://schemas.microsoft.com/office/powerpoint/2010/main" val="188205083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65">
          <a:extLst>
            <a:ext uri="{FF2B5EF4-FFF2-40B4-BE49-F238E27FC236}">
              <a16:creationId xmlns:a16="http://schemas.microsoft.com/office/drawing/2014/main" id="{D2692CB6-2F05-3797-E026-C55BC9A0733C}"/>
            </a:ext>
          </a:extLst>
        </p:cNvPr>
        <p:cNvGrpSpPr/>
        <p:nvPr/>
      </p:nvGrpSpPr>
      <p:grpSpPr>
        <a:xfrm>
          <a:off x="0" y="0"/>
          <a:ext cx="0" cy="0"/>
          <a:chOff x="0" y="0"/>
          <a:chExt cx="0" cy="0"/>
        </a:xfrm>
      </p:grpSpPr>
      <p:sp>
        <p:nvSpPr>
          <p:cNvPr id="267" name="Google Shape;267;p33">
            <a:extLst>
              <a:ext uri="{FF2B5EF4-FFF2-40B4-BE49-F238E27FC236}">
                <a16:creationId xmlns:a16="http://schemas.microsoft.com/office/drawing/2014/main" id="{76BF1A31-978F-DE36-71AA-867412EB9064}"/>
              </a:ext>
            </a:extLst>
          </p:cNvPr>
          <p:cNvSpPr txBox="1">
            <a:spLocks noGrp="1"/>
          </p:cNvSpPr>
          <p:nvPr>
            <p:ph type="title"/>
          </p:nvPr>
        </p:nvSpPr>
        <p:spPr>
          <a:xfrm>
            <a:off x="960000" y="310337"/>
            <a:ext cx="10272000" cy="763600"/>
          </a:xfrm>
          <a:prstGeom prst="rect">
            <a:avLst/>
          </a:prstGeom>
        </p:spPr>
        <p:txBody>
          <a:bodyPr spcFirstLastPara="1" vert="horz" wrap="square" lIns="121900" tIns="121900" rIns="121900" bIns="121900" rtlCol="0" anchor="t" anchorCtr="0">
            <a:noAutofit/>
          </a:bodyPr>
          <a:lstStyle/>
          <a:p>
            <a:r>
              <a:rPr lang="en-GB" dirty="0"/>
              <a:t>t</a:t>
            </a:r>
            <a:r>
              <a:rPr lang="en" dirty="0"/>
              <a:t>his Keyword</a:t>
            </a:r>
            <a:endParaRPr dirty="0"/>
          </a:p>
        </p:txBody>
      </p:sp>
      <p:sp>
        <p:nvSpPr>
          <p:cNvPr id="2" name="TextBox 1">
            <a:extLst>
              <a:ext uri="{FF2B5EF4-FFF2-40B4-BE49-F238E27FC236}">
                <a16:creationId xmlns:a16="http://schemas.microsoft.com/office/drawing/2014/main" id="{F3AD8FB1-0F0F-0B16-FB36-56F3C450F64B}"/>
              </a:ext>
            </a:extLst>
          </p:cNvPr>
          <p:cNvSpPr txBox="1"/>
          <p:nvPr/>
        </p:nvSpPr>
        <p:spPr>
          <a:xfrm>
            <a:off x="960000" y="1073938"/>
            <a:ext cx="10480885" cy="5551071"/>
          </a:xfrm>
          <a:prstGeom prst="rect">
            <a:avLst/>
          </a:prstGeom>
          <a:noFill/>
        </p:spPr>
        <p:txBody>
          <a:bodyPr wrap="square" rtlCol="0">
            <a:spAutoFit/>
          </a:bodyPr>
          <a:lstStyle/>
          <a:p>
            <a:pPr>
              <a:lnSpc>
                <a:spcPct val="150000"/>
              </a:lnSpc>
            </a:pPr>
            <a:r>
              <a:rPr lang="en-GB" sz="3200" b="1" dirty="0">
                <a:latin typeface="Times New Roman" panose="02020603050405020304" pitchFamily="18" charset="0"/>
                <a:cs typeface="Times New Roman" panose="02020603050405020304" pitchFamily="18" charset="0"/>
              </a:rPr>
              <a:t>How this works in Different Contexts</a:t>
            </a:r>
          </a:p>
          <a:p>
            <a:pPr marL="609585" indent="-609585">
              <a:lnSpc>
                <a:spcPct val="150000"/>
              </a:lnSpc>
              <a:buFont typeface="+mj-lt"/>
              <a:buAutoNum type="arabicPeriod"/>
            </a:pPr>
            <a:r>
              <a:rPr lang="en-GB" sz="2667" b="1" dirty="0">
                <a:latin typeface="Times New Roman" panose="02020603050405020304" pitchFamily="18" charset="0"/>
                <a:cs typeface="Times New Roman" panose="02020603050405020304" pitchFamily="18" charset="0"/>
              </a:rPr>
              <a:t>In an Object Method</a:t>
            </a:r>
          </a:p>
          <a:p>
            <a:pPr>
              <a:lnSpc>
                <a:spcPct val="150000"/>
              </a:lnSpc>
            </a:pPr>
            <a:r>
              <a:rPr lang="en-GB" sz="2667" dirty="0">
                <a:latin typeface="Times New Roman" panose="02020603050405020304" pitchFamily="18" charset="0"/>
                <a:cs typeface="Times New Roman" panose="02020603050405020304" pitchFamily="18" charset="0"/>
              </a:rPr>
              <a:t>When used inside an object method, this refers to the object itself.</a:t>
            </a:r>
          </a:p>
          <a:p>
            <a:pPr>
              <a:lnSpc>
                <a:spcPct val="150000"/>
              </a:lnSpc>
            </a:pPr>
            <a:r>
              <a:rPr lang="en-GB" sz="2667" dirty="0">
                <a:latin typeface="Times New Roman" panose="02020603050405020304" pitchFamily="18" charset="0"/>
                <a:cs typeface="Times New Roman" panose="02020603050405020304" pitchFamily="18" charset="0"/>
              </a:rPr>
              <a:t>It allows methods to access or modify the object’s properties.</a:t>
            </a:r>
          </a:p>
          <a:p>
            <a:r>
              <a:rPr lang="en-GB" sz="2667" dirty="0" err="1">
                <a:latin typeface="Consolas" panose="020B0609020204030204" pitchFamily="49" charset="0"/>
                <a:cs typeface="Times New Roman" panose="02020603050405020304" pitchFamily="18" charset="0"/>
              </a:rPr>
              <a:t>const</a:t>
            </a:r>
            <a:r>
              <a:rPr lang="en-GB" sz="2667" dirty="0">
                <a:latin typeface="Consolas" panose="020B0609020204030204" pitchFamily="49" charset="0"/>
                <a:cs typeface="Times New Roman" panose="02020603050405020304" pitchFamily="18" charset="0"/>
              </a:rPr>
              <a:t> person = {</a:t>
            </a:r>
          </a:p>
          <a:p>
            <a:r>
              <a:rPr lang="en-GB" sz="2667" dirty="0">
                <a:latin typeface="Consolas" panose="020B0609020204030204" pitchFamily="49" charset="0"/>
                <a:cs typeface="Times New Roman" panose="02020603050405020304" pitchFamily="18" charset="0"/>
              </a:rPr>
              <a:t>  name: "Ali",</a:t>
            </a:r>
          </a:p>
          <a:p>
            <a:r>
              <a:rPr lang="en-GB" sz="2667" dirty="0">
                <a:latin typeface="Consolas" panose="020B0609020204030204" pitchFamily="49" charset="0"/>
                <a:cs typeface="Times New Roman" panose="02020603050405020304" pitchFamily="18" charset="0"/>
              </a:rPr>
              <a:t>  greet: function() {</a:t>
            </a:r>
          </a:p>
          <a:p>
            <a:r>
              <a:rPr lang="en-GB" sz="2667" dirty="0">
                <a:latin typeface="Consolas" panose="020B0609020204030204" pitchFamily="49" charset="0"/>
                <a:cs typeface="Times New Roman" panose="02020603050405020304" pitchFamily="18" charset="0"/>
              </a:rPr>
              <a:t>    console.log("Hello, my name is " + this.name);</a:t>
            </a:r>
          </a:p>
          <a:p>
            <a:r>
              <a:rPr lang="en-GB" sz="2667" dirty="0">
                <a:latin typeface="Consolas" panose="020B0609020204030204" pitchFamily="49" charset="0"/>
                <a:cs typeface="Times New Roman" panose="02020603050405020304" pitchFamily="18" charset="0"/>
              </a:rPr>
              <a:t>  }</a:t>
            </a:r>
          </a:p>
          <a:p>
            <a:r>
              <a:rPr lang="en-GB" sz="2667" dirty="0">
                <a:latin typeface="Consolas" panose="020B0609020204030204" pitchFamily="49" charset="0"/>
                <a:cs typeface="Times New Roman" panose="02020603050405020304" pitchFamily="18" charset="0"/>
              </a:rPr>
              <a:t>};</a:t>
            </a:r>
          </a:p>
          <a:p>
            <a:r>
              <a:rPr lang="en-GB" sz="2667" dirty="0" err="1">
                <a:latin typeface="Consolas" panose="020B0609020204030204" pitchFamily="49" charset="0"/>
                <a:cs typeface="Times New Roman" panose="02020603050405020304" pitchFamily="18" charset="0"/>
              </a:rPr>
              <a:t>person.greet</a:t>
            </a:r>
            <a:r>
              <a:rPr lang="en-GB" sz="2667" dirty="0">
                <a:latin typeface="Consolas" panose="020B0609020204030204" pitchFamily="49" charset="0"/>
                <a:cs typeface="Times New Roman" panose="02020603050405020304" pitchFamily="18" charset="0"/>
              </a:rPr>
              <a:t>(); // Hello, my name is Ali</a:t>
            </a:r>
          </a:p>
        </p:txBody>
      </p:sp>
    </p:spTree>
    <p:extLst>
      <p:ext uri="{BB962C8B-B14F-4D97-AF65-F5344CB8AC3E}">
        <p14:creationId xmlns:p14="http://schemas.microsoft.com/office/powerpoint/2010/main" val="311139252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65">
          <a:extLst>
            <a:ext uri="{FF2B5EF4-FFF2-40B4-BE49-F238E27FC236}">
              <a16:creationId xmlns:a16="http://schemas.microsoft.com/office/drawing/2014/main" id="{687305A2-D00D-1562-E0D6-057A80F44EA0}"/>
            </a:ext>
          </a:extLst>
        </p:cNvPr>
        <p:cNvGrpSpPr/>
        <p:nvPr/>
      </p:nvGrpSpPr>
      <p:grpSpPr>
        <a:xfrm>
          <a:off x="0" y="0"/>
          <a:ext cx="0" cy="0"/>
          <a:chOff x="0" y="0"/>
          <a:chExt cx="0" cy="0"/>
        </a:xfrm>
      </p:grpSpPr>
      <p:sp>
        <p:nvSpPr>
          <p:cNvPr id="267" name="Google Shape;267;p33">
            <a:extLst>
              <a:ext uri="{FF2B5EF4-FFF2-40B4-BE49-F238E27FC236}">
                <a16:creationId xmlns:a16="http://schemas.microsoft.com/office/drawing/2014/main" id="{0A085B6C-6503-96C7-5BA5-6C4A7FA38882}"/>
              </a:ext>
            </a:extLst>
          </p:cNvPr>
          <p:cNvSpPr txBox="1">
            <a:spLocks noGrp="1"/>
          </p:cNvSpPr>
          <p:nvPr>
            <p:ph type="title"/>
          </p:nvPr>
        </p:nvSpPr>
        <p:spPr>
          <a:xfrm>
            <a:off x="960000" y="310337"/>
            <a:ext cx="10272000" cy="763600"/>
          </a:xfrm>
          <a:prstGeom prst="rect">
            <a:avLst/>
          </a:prstGeom>
        </p:spPr>
        <p:txBody>
          <a:bodyPr spcFirstLastPara="1" vert="horz" wrap="square" lIns="121900" tIns="121900" rIns="121900" bIns="121900" rtlCol="0" anchor="t" anchorCtr="0">
            <a:noAutofit/>
          </a:bodyPr>
          <a:lstStyle/>
          <a:p>
            <a:r>
              <a:rPr lang="en-GB" dirty="0"/>
              <a:t>t</a:t>
            </a:r>
            <a:r>
              <a:rPr lang="en" dirty="0"/>
              <a:t>his Keyword</a:t>
            </a:r>
            <a:endParaRPr dirty="0"/>
          </a:p>
        </p:txBody>
      </p:sp>
      <p:sp>
        <p:nvSpPr>
          <p:cNvPr id="2" name="TextBox 1">
            <a:extLst>
              <a:ext uri="{FF2B5EF4-FFF2-40B4-BE49-F238E27FC236}">
                <a16:creationId xmlns:a16="http://schemas.microsoft.com/office/drawing/2014/main" id="{F67511E6-CBAB-4FC6-968B-AF36231925DC}"/>
              </a:ext>
            </a:extLst>
          </p:cNvPr>
          <p:cNvSpPr txBox="1"/>
          <p:nvPr/>
        </p:nvSpPr>
        <p:spPr>
          <a:xfrm>
            <a:off x="960000" y="1073937"/>
            <a:ext cx="10480885" cy="4951868"/>
          </a:xfrm>
          <a:prstGeom prst="rect">
            <a:avLst/>
          </a:prstGeom>
          <a:noFill/>
        </p:spPr>
        <p:txBody>
          <a:bodyPr wrap="square" rtlCol="0">
            <a:spAutoFit/>
          </a:bodyPr>
          <a:lstStyle/>
          <a:p>
            <a:pPr marL="609585" indent="-609585">
              <a:lnSpc>
                <a:spcPct val="150000"/>
              </a:lnSpc>
              <a:buFont typeface="+mj-lt"/>
              <a:buAutoNum type="arabicPeriod" startAt="2"/>
            </a:pPr>
            <a:r>
              <a:rPr lang="en-GB" sz="2667" b="1" dirty="0">
                <a:latin typeface="Times New Roman" panose="02020603050405020304" pitchFamily="18" charset="0"/>
                <a:cs typeface="Times New Roman" panose="02020603050405020304" pitchFamily="18" charset="0"/>
              </a:rPr>
              <a:t>In a Regular Function</a:t>
            </a:r>
          </a:p>
          <a:p>
            <a:pPr>
              <a:lnSpc>
                <a:spcPct val="150000"/>
              </a:lnSpc>
            </a:pPr>
            <a:r>
              <a:rPr lang="en-GB" sz="2667" dirty="0">
                <a:latin typeface="Times New Roman" panose="02020603050405020304" pitchFamily="18" charset="0"/>
                <a:cs typeface="Times New Roman" panose="02020603050405020304" pitchFamily="18" charset="0"/>
              </a:rPr>
              <a:t>In a normal function, not called as an object method, this refers to the global object (window in browsers).</a:t>
            </a:r>
          </a:p>
          <a:p>
            <a:pPr>
              <a:lnSpc>
                <a:spcPct val="150000"/>
              </a:lnSpc>
            </a:pPr>
            <a:r>
              <a:rPr lang="en-GB" sz="2667" dirty="0">
                <a:latin typeface="Consolas" panose="020B0609020204030204" pitchFamily="49" charset="0"/>
                <a:cs typeface="Times New Roman" panose="02020603050405020304" pitchFamily="18" charset="0"/>
              </a:rPr>
              <a:t>Example:</a:t>
            </a:r>
          </a:p>
          <a:p>
            <a:pPr>
              <a:lnSpc>
                <a:spcPct val="150000"/>
              </a:lnSpc>
            </a:pPr>
            <a:r>
              <a:rPr lang="en-GB" sz="2667" dirty="0">
                <a:latin typeface="Consolas" panose="020B0609020204030204" pitchFamily="49" charset="0"/>
                <a:cs typeface="Times New Roman" panose="02020603050405020304" pitchFamily="18" charset="0"/>
              </a:rPr>
              <a:t>function show() {</a:t>
            </a:r>
          </a:p>
          <a:p>
            <a:pPr>
              <a:lnSpc>
                <a:spcPct val="150000"/>
              </a:lnSpc>
            </a:pPr>
            <a:r>
              <a:rPr lang="en-GB" sz="2667" dirty="0">
                <a:latin typeface="Consolas" panose="020B0609020204030204" pitchFamily="49" charset="0"/>
                <a:cs typeface="Times New Roman" panose="02020603050405020304" pitchFamily="18" charset="0"/>
              </a:rPr>
              <a:t>  console.log(this);</a:t>
            </a:r>
          </a:p>
          <a:p>
            <a:pPr>
              <a:lnSpc>
                <a:spcPct val="150000"/>
              </a:lnSpc>
            </a:pPr>
            <a:r>
              <a:rPr lang="en-GB" sz="2667" dirty="0">
                <a:latin typeface="Consolas" panose="020B0609020204030204" pitchFamily="49" charset="0"/>
                <a:cs typeface="Times New Roman" panose="02020603050405020304" pitchFamily="18" charset="0"/>
              </a:rPr>
              <a:t>}</a:t>
            </a:r>
          </a:p>
          <a:p>
            <a:pPr>
              <a:lnSpc>
                <a:spcPct val="150000"/>
              </a:lnSpc>
            </a:pPr>
            <a:r>
              <a:rPr lang="en-GB" sz="2667" dirty="0">
                <a:latin typeface="Consolas" panose="020B0609020204030204" pitchFamily="49" charset="0"/>
                <a:cs typeface="Times New Roman" panose="02020603050405020304" pitchFamily="18" charset="0"/>
              </a:rPr>
              <a:t>show(); // In browser: Window object</a:t>
            </a:r>
          </a:p>
        </p:txBody>
      </p:sp>
    </p:spTree>
    <p:extLst>
      <p:ext uri="{BB962C8B-B14F-4D97-AF65-F5344CB8AC3E}">
        <p14:creationId xmlns:p14="http://schemas.microsoft.com/office/powerpoint/2010/main" val="390990317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65">
          <a:extLst>
            <a:ext uri="{FF2B5EF4-FFF2-40B4-BE49-F238E27FC236}">
              <a16:creationId xmlns:a16="http://schemas.microsoft.com/office/drawing/2014/main" id="{CFC02030-70A0-4923-497A-699EF0A6B801}"/>
            </a:ext>
          </a:extLst>
        </p:cNvPr>
        <p:cNvGrpSpPr/>
        <p:nvPr/>
      </p:nvGrpSpPr>
      <p:grpSpPr>
        <a:xfrm>
          <a:off x="0" y="0"/>
          <a:ext cx="0" cy="0"/>
          <a:chOff x="0" y="0"/>
          <a:chExt cx="0" cy="0"/>
        </a:xfrm>
      </p:grpSpPr>
      <p:sp>
        <p:nvSpPr>
          <p:cNvPr id="267" name="Google Shape;267;p33">
            <a:extLst>
              <a:ext uri="{FF2B5EF4-FFF2-40B4-BE49-F238E27FC236}">
                <a16:creationId xmlns:a16="http://schemas.microsoft.com/office/drawing/2014/main" id="{E158369C-52B3-4055-9F34-34844569F37B}"/>
              </a:ext>
            </a:extLst>
          </p:cNvPr>
          <p:cNvSpPr txBox="1">
            <a:spLocks noGrp="1"/>
          </p:cNvSpPr>
          <p:nvPr>
            <p:ph type="title"/>
          </p:nvPr>
        </p:nvSpPr>
        <p:spPr>
          <a:xfrm>
            <a:off x="960000" y="310337"/>
            <a:ext cx="10272000" cy="763600"/>
          </a:xfrm>
          <a:prstGeom prst="rect">
            <a:avLst/>
          </a:prstGeom>
        </p:spPr>
        <p:txBody>
          <a:bodyPr spcFirstLastPara="1" vert="horz" wrap="square" lIns="121900" tIns="121900" rIns="121900" bIns="121900" rtlCol="0" anchor="t" anchorCtr="0">
            <a:noAutofit/>
          </a:bodyPr>
          <a:lstStyle/>
          <a:p>
            <a:r>
              <a:rPr lang="en-GB" dirty="0"/>
              <a:t>t</a:t>
            </a:r>
            <a:r>
              <a:rPr lang="en" dirty="0"/>
              <a:t>his Keyword</a:t>
            </a:r>
            <a:endParaRPr dirty="0"/>
          </a:p>
        </p:txBody>
      </p:sp>
      <p:sp>
        <p:nvSpPr>
          <p:cNvPr id="2" name="TextBox 1">
            <a:extLst>
              <a:ext uri="{FF2B5EF4-FFF2-40B4-BE49-F238E27FC236}">
                <a16:creationId xmlns:a16="http://schemas.microsoft.com/office/drawing/2014/main" id="{0380F915-BF9F-1607-AD64-496D1585AA7B}"/>
              </a:ext>
            </a:extLst>
          </p:cNvPr>
          <p:cNvSpPr txBox="1"/>
          <p:nvPr/>
        </p:nvSpPr>
        <p:spPr>
          <a:xfrm>
            <a:off x="960000" y="1073938"/>
            <a:ext cx="10480885" cy="6298071"/>
          </a:xfrm>
          <a:prstGeom prst="rect">
            <a:avLst/>
          </a:prstGeom>
          <a:noFill/>
        </p:spPr>
        <p:txBody>
          <a:bodyPr wrap="square" rtlCol="0">
            <a:spAutoFit/>
          </a:bodyPr>
          <a:lstStyle/>
          <a:p>
            <a:pPr marL="609585" indent="-609585">
              <a:lnSpc>
                <a:spcPct val="150000"/>
              </a:lnSpc>
              <a:buFont typeface="+mj-lt"/>
              <a:buAutoNum type="arabicPeriod" startAt="3"/>
            </a:pPr>
            <a:r>
              <a:rPr lang="en-GB" sz="2667" b="1" dirty="0">
                <a:latin typeface="Times New Roman" panose="02020603050405020304" pitchFamily="18" charset="0"/>
                <a:cs typeface="Times New Roman" panose="02020603050405020304" pitchFamily="18" charset="0"/>
              </a:rPr>
              <a:t>In Arrow Functions</a:t>
            </a:r>
          </a:p>
          <a:p>
            <a:pPr>
              <a:lnSpc>
                <a:spcPct val="150000"/>
              </a:lnSpc>
            </a:pPr>
            <a:r>
              <a:rPr lang="en-GB" sz="2667" dirty="0">
                <a:latin typeface="Times New Roman" panose="02020603050405020304" pitchFamily="18" charset="0"/>
                <a:cs typeface="Times New Roman" panose="02020603050405020304" pitchFamily="18" charset="0"/>
              </a:rPr>
              <a:t>Arrow functions do not have their own </a:t>
            </a:r>
            <a:r>
              <a:rPr lang="en-GB" sz="2667" dirty="0">
                <a:latin typeface="Consolas" panose="020B0609020204030204" pitchFamily="49" charset="0"/>
                <a:cs typeface="Times New Roman" panose="02020603050405020304" pitchFamily="18" charset="0"/>
              </a:rPr>
              <a:t>this</a:t>
            </a:r>
            <a:r>
              <a:rPr lang="en-GB" sz="2667" dirty="0">
                <a:latin typeface="Times New Roman" panose="02020603050405020304" pitchFamily="18" charset="0"/>
                <a:cs typeface="Times New Roman" panose="02020603050405020304" pitchFamily="18" charset="0"/>
              </a:rPr>
              <a:t>.</a:t>
            </a:r>
          </a:p>
          <a:p>
            <a:pPr>
              <a:lnSpc>
                <a:spcPct val="150000"/>
              </a:lnSpc>
            </a:pPr>
            <a:r>
              <a:rPr lang="en-GB" sz="2667" dirty="0">
                <a:latin typeface="Times New Roman" panose="02020603050405020304" pitchFamily="18" charset="0"/>
                <a:cs typeface="Times New Roman" panose="02020603050405020304" pitchFamily="18" charset="0"/>
              </a:rPr>
              <a:t>They use </a:t>
            </a:r>
            <a:r>
              <a:rPr lang="en-GB" sz="2667" dirty="0">
                <a:latin typeface="Consolas" panose="020B0609020204030204" pitchFamily="49" charset="0"/>
                <a:cs typeface="Times New Roman" panose="02020603050405020304" pitchFamily="18" charset="0"/>
              </a:rPr>
              <a:t>this</a:t>
            </a:r>
            <a:r>
              <a:rPr lang="en-GB" sz="2667" dirty="0">
                <a:latin typeface="Times New Roman" panose="02020603050405020304" pitchFamily="18" charset="0"/>
                <a:cs typeface="Times New Roman" panose="02020603050405020304" pitchFamily="18" charset="0"/>
              </a:rPr>
              <a:t> from the surrounding (lexical) scope where they are defined.</a:t>
            </a:r>
          </a:p>
          <a:p>
            <a:pPr>
              <a:lnSpc>
                <a:spcPct val="150000"/>
              </a:lnSpc>
            </a:pPr>
            <a:r>
              <a:rPr lang="en-GB" sz="2667" dirty="0">
                <a:latin typeface="Times New Roman" panose="02020603050405020304" pitchFamily="18" charset="0"/>
                <a:cs typeface="Times New Roman" panose="02020603050405020304" pitchFamily="18" charset="0"/>
              </a:rPr>
              <a:t>Example:</a:t>
            </a:r>
          </a:p>
          <a:p>
            <a:r>
              <a:rPr lang="en-GB" sz="2400" dirty="0" err="1">
                <a:latin typeface="Consolas" panose="020B0609020204030204" pitchFamily="49" charset="0"/>
                <a:cs typeface="Times New Roman" panose="02020603050405020304" pitchFamily="18" charset="0"/>
              </a:rPr>
              <a:t>const</a:t>
            </a:r>
            <a:r>
              <a:rPr lang="en-GB" sz="2400" dirty="0">
                <a:latin typeface="Consolas" panose="020B0609020204030204" pitchFamily="49" charset="0"/>
                <a:cs typeface="Times New Roman" panose="02020603050405020304" pitchFamily="18" charset="0"/>
              </a:rPr>
              <a:t> </a:t>
            </a:r>
            <a:r>
              <a:rPr lang="en-GB" sz="2400" dirty="0" err="1">
                <a:latin typeface="Consolas" panose="020B0609020204030204" pitchFamily="49" charset="0"/>
                <a:cs typeface="Times New Roman" panose="02020603050405020304" pitchFamily="18" charset="0"/>
              </a:rPr>
              <a:t>obj</a:t>
            </a:r>
            <a:r>
              <a:rPr lang="en-GB" sz="2400" dirty="0">
                <a:latin typeface="Consolas" panose="020B0609020204030204" pitchFamily="49" charset="0"/>
                <a:cs typeface="Times New Roman" panose="02020603050405020304" pitchFamily="18" charset="0"/>
              </a:rPr>
              <a:t> = {</a:t>
            </a:r>
          </a:p>
          <a:p>
            <a:r>
              <a:rPr lang="en-GB" sz="2400" dirty="0">
                <a:latin typeface="Consolas" panose="020B0609020204030204" pitchFamily="49" charset="0"/>
                <a:cs typeface="Times New Roman" panose="02020603050405020304" pitchFamily="18" charset="0"/>
              </a:rPr>
              <a:t>  name: "Ali",</a:t>
            </a:r>
          </a:p>
          <a:p>
            <a:r>
              <a:rPr lang="en-GB" sz="2400" dirty="0">
                <a:latin typeface="Consolas" panose="020B0609020204030204" pitchFamily="49" charset="0"/>
                <a:cs typeface="Times New Roman" panose="02020603050405020304" pitchFamily="18" charset="0"/>
              </a:rPr>
              <a:t>  </a:t>
            </a:r>
            <a:r>
              <a:rPr lang="en-GB" sz="2400" dirty="0" err="1">
                <a:latin typeface="Consolas" panose="020B0609020204030204" pitchFamily="49" charset="0"/>
                <a:cs typeface="Times New Roman" panose="02020603050405020304" pitchFamily="18" charset="0"/>
              </a:rPr>
              <a:t>arrowFunc</a:t>
            </a:r>
            <a:r>
              <a:rPr lang="en-GB" sz="2400" dirty="0">
                <a:latin typeface="Consolas" panose="020B0609020204030204" pitchFamily="49" charset="0"/>
                <a:cs typeface="Times New Roman" panose="02020603050405020304" pitchFamily="18" charset="0"/>
              </a:rPr>
              <a:t>: () =&gt; {</a:t>
            </a:r>
          </a:p>
          <a:p>
            <a:r>
              <a:rPr lang="en-GB" sz="2400" dirty="0">
                <a:latin typeface="Consolas" panose="020B0609020204030204" pitchFamily="49" charset="0"/>
                <a:cs typeface="Times New Roman" panose="02020603050405020304" pitchFamily="18" charset="0"/>
              </a:rPr>
              <a:t>    console.log(this.name);</a:t>
            </a:r>
          </a:p>
          <a:p>
            <a:r>
              <a:rPr lang="en-GB" sz="2400" dirty="0">
                <a:latin typeface="Consolas" panose="020B0609020204030204" pitchFamily="49" charset="0"/>
                <a:cs typeface="Times New Roman" panose="02020603050405020304" pitchFamily="18" charset="0"/>
              </a:rPr>
              <a:t>  }</a:t>
            </a:r>
          </a:p>
          <a:p>
            <a:r>
              <a:rPr lang="en-GB" sz="2400" dirty="0">
                <a:latin typeface="Consolas" panose="020B0609020204030204" pitchFamily="49" charset="0"/>
                <a:cs typeface="Times New Roman" panose="02020603050405020304" pitchFamily="18" charset="0"/>
              </a:rPr>
              <a:t>};</a:t>
            </a:r>
          </a:p>
          <a:p>
            <a:r>
              <a:rPr lang="en-GB" sz="2400" dirty="0" err="1">
                <a:latin typeface="Consolas" panose="020B0609020204030204" pitchFamily="49" charset="0"/>
                <a:cs typeface="Times New Roman" panose="02020603050405020304" pitchFamily="18" charset="0"/>
              </a:rPr>
              <a:t>obj.arrowFunc</a:t>
            </a:r>
            <a:r>
              <a:rPr lang="en-GB" sz="2400" dirty="0">
                <a:latin typeface="Consolas" panose="020B0609020204030204" pitchFamily="49" charset="0"/>
                <a:cs typeface="Times New Roman" panose="02020603050405020304" pitchFamily="18" charset="0"/>
              </a:rPr>
              <a:t>(); // undefined or window.name, not "Ali"</a:t>
            </a:r>
          </a:p>
          <a:p>
            <a:pPr>
              <a:lnSpc>
                <a:spcPct val="150000"/>
              </a:lnSpc>
            </a:pPr>
            <a:endParaRPr lang="en-GB" sz="2667"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818218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65">
          <a:extLst>
            <a:ext uri="{FF2B5EF4-FFF2-40B4-BE49-F238E27FC236}">
              <a16:creationId xmlns:a16="http://schemas.microsoft.com/office/drawing/2014/main" id="{BCF5DF93-36C6-032F-ABA6-A89CB2C0D7A7}"/>
            </a:ext>
          </a:extLst>
        </p:cNvPr>
        <p:cNvGrpSpPr/>
        <p:nvPr/>
      </p:nvGrpSpPr>
      <p:grpSpPr>
        <a:xfrm>
          <a:off x="0" y="0"/>
          <a:ext cx="0" cy="0"/>
          <a:chOff x="0" y="0"/>
          <a:chExt cx="0" cy="0"/>
        </a:xfrm>
      </p:grpSpPr>
      <p:sp>
        <p:nvSpPr>
          <p:cNvPr id="267" name="Google Shape;267;p33">
            <a:extLst>
              <a:ext uri="{FF2B5EF4-FFF2-40B4-BE49-F238E27FC236}">
                <a16:creationId xmlns:a16="http://schemas.microsoft.com/office/drawing/2014/main" id="{C0CFC57F-B30A-FA6B-BD0F-9923704BB15D}"/>
              </a:ext>
            </a:extLst>
          </p:cNvPr>
          <p:cNvSpPr txBox="1">
            <a:spLocks noGrp="1"/>
          </p:cNvSpPr>
          <p:nvPr>
            <p:ph type="title"/>
          </p:nvPr>
        </p:nvSpPr>
        <p:spPr>
          <a:xfrm>
            <a:off x="960000" y="201480"/>
            <a:ext cx="10272000" cy="763600"/>
          </a:xfrm>
          <a:prstGeom prst="rect">
            <a:avLst/>
          </a:prstGeom>
        </p:spPr>
        <p:txBody>
          <a:bodyPr spcFirstLastPara="1" vert="horz" wrap="square" lIns="121900" tIns="121900" rIns="121900" bIns="121900" rtlCol="0" anchor="t" anchorCtr="0">
            <a:noAutofit/>
          </a:bodyPr>
          <a:lstStyle/>
          <a:p>
            <a:r>
              <a:rPr lang="en-GB" dirty="0"/>
              <a:t>Summary </a:t>
            </a:r>
            <a:endParaRPr dirty="0"/>
          </a:p>
        </p:txBody>
      </p:sp>
      <p:sp>
        <p:nvSpPr>
          <p:cNvPr id="2" name="TextBox 1">
            <a:extLst>
              <a:ext uri="{FF2B5EF4-FFF2-40B4-BE49-F238E27FC236}">
                <a16:creationId xmlns:a16="http://schemas.microsoft.com/office/drawing/2014/main" id="{46489508-6C76-101B-87F0-F976F9893216}"/>
              </a:ext>
            </a:extLst>
          </p:cNvPr>
          <p:cNvSpPr txBox="1"/>
          <p:nvPr/>
        </p:nvSpPr>
        <p:spPr>
          <a:xfrm>
            <a:off x="960000" y="965080"/>
            <a:ext cx="10480885" cy="5958682"/>
          </a:xfrm>
          <a:prstGeom prst="rect">
            <a:avLst/>
          </a:prstGeom>
          <a:noFill/>
        </p:spPr>
        <p:txBody>
          <a:bodyPr wrap="square" rtlCol="0">
            <a:spAutoFit/>
          </a:bodyPr>
          <a:lstStyle/>
          <a:p>
            <a:pPr>
              <a:lnSpc>
                <a:spcPct val="150000"/>
              </a:lnSpc>
            </a:pPr>
            <a:r>
              <a:rPr lang="en-GB" sz="2667" b="1" dirty="0">
                <a:latin typeface="Times New Roman" panose="02020603050405020304" pitchFamily="18" charset="0"/>
                <a:cs typeface="Times New Roman" panose="02020603050405020304" pitchFamily="18" charset="0"/>
              </a:rPr>
              <a:t>If you Understand Objects, you Understand JavaScript</a:t>
            </a:r>
          </a:p>
          <a:p>
            <a:pPr>
              <a:lnSpc>
                <a:spcPct val="150000"/>
              </a:lnSpc>
            </a:pPr>
            <a:r>
              <a:rPr lang="en-GB" sz="2667" dirty="0">
                <a:latin typeface="Times New Roman" panose="02020603050405020304" pitchFamily="18" charset="0"/>
                <a:cs typeface="Times New Roman" panose="02020603050405020304" pitchFamily="18" charset="0"/>
              </a:rPr>
              <a:t>In JavaScript, almost "everything" is an object.</a:t>
            </a:r>
          </a:p>
          <a:p>
            <a:pPr marL="457189" indent="-457189">
              <a:lnSpc>
                <a:spcPct val="150000"/>
              </a:lnSpc>
              <a:buFont typeface="Wingdings" panose="05000000000000000000" pitchFamily="2" charset="2"/>
              <a:buChar char="ü"/>
            </a:pPr>
            <a:r>
              <a:rPr lang="en-GB" sz="2533" dirty="0">
                <a:latin typeface="Times New Roman" panose="02020603050405020304" pitchFamily="18" charset="0"/>
                <a:cs typeface="Times New Roman" panose="02020603050405020304" pitchFamily="18" charset="0"/>
              </a:rPr>
              <a:t>Objects are objects</a:t>
            </a:r>
          </a:p>
          <a:p>
            <a:pPr marL="457189" indent="-457189">
              <a:lnSpc>
                <a:spcPct val="150000"/>
              </a:lnSpc>
              <a:buFont typeface="Wingdings" panose="05000000000000000000" pitchFamily="2" charset="2"/>
              <a:buChar char="ü"/>
            </a:pPr>
            <a:r>
              <a:rPr lang="en-GB" sz="2533" dirty="0">
                <a:latin typeface="Times New Roman" panose="02020603050405020304" pitchFamily="18" charset="0"/>
                <a:cs typeface="Times New Roman" panose="02020603050405020304" pitchFamily="18" charset="0"/>
              </a:rPr>
              <a:t>Maths are objects</a:t>
            </a:r>
          </a:p>
          <a:p>
            <a:pPr marL="457189" indent="-457189">
              <a:lnSpc>
                <a:spcPct val="150000"/>
              </a:lnSpc>
              <a:buFont typeface="Wingdings" panose="05000000000000000000" pitchFamily="2" charset="2"/>
              <a:buChar char="ü"/>
            </a:pPr>
            <a:r>
              <a:rPr lang="en-GB" sz="2533" dirty="0">
                <a:latin typeface="Times New Roman" panose="02020603050405020304" pitchFamily="18" charset="0"/>
                <a:cs typeface="Times New Roman" panose="02020603050405020304" pitchFamily="18" charset="0"/>
              </a:rPr>
              <a:t>Functions are objects</a:t>
            </a:r>
          </a:p>
          <a:p>
            <a:pPr marL="457189" indent="-457189">
              <a:lnSpc>
                <a:spcPct val="150000"/>
              </a:lnSpc>
              <a:buFont typeface="Wingdings" panose="05000000000000000000" pitchFamily="2" charset="2"/>
              <a:buChar char="ü"/>
            </a:pPr>
            <a:r>
              <a:rPr lang="en-GB" sz="2533" dirty="0">
                <a:latin typeface="Times New Roman" panose="02020603050405020304" pitchFamily="18" charset="0"/>
                <a:cs typeface="Times New Roman" panose="02020603050405020304" pitchFamily="18" charset="0"/>
              </a:rPr>
              <a:t>Dates are objects</a:t>
            </a:r>
          </a:p>
          <a:p>
            <a:pPr marL="457189" indent="-457189">
              <a:lnSpc>
                <a:spcPct val="150000"/>
              </a:lnSpc>
              <a:buFont typeface="Wingdings" panose="05000000000000000000" pitchFamily="2" charset="2"/>
              <a:buChar char="ü"/>
            </a:pPr>
            <a:r>
              <a:rPr lang="en-GB" sz="2533" dirty="0">
                <a:latin typeface="Times New Roman" panose="02020603050405020304" pitchFamily="18" charset="0"/>
                <a:cs typeface="Times New Roman" panose="02020603050405020304" pitchFamily="18" charset="0"/>
              </a:rPr>
              <a:t>Arrays are objects</a:t>
            </a:r>
          </a:p>
          <a:p>
            <a:pPr marL="457189" indent="-457189">
              <a:lnSpc>
                <a:spcPct val="150000"/>
              </a:lnSpc>
              <a:buFont typeface="Wingdings" panose="05000000000000000000" pitchFamily="2" charset="2"/>
              <a:buChar char="ü"/>
            </a:pPr>
            <a:r>
              <a:rPr lang="en-GB" sz="2533" dirty="0">
                <a:latin typeface="Times New Roman" panose="02020603050405020304" pitchFamily="18" charset="0"/>
                <a:cs typeface="Times New Roman" panose="02020603050405020304" pitchFamily="18" charset="0"/>
              </a:rPr>
              <a:t>Maps are objects</a:t>
            </a:r>
          </a:p>
          <a:p>
            <a:pPr marL="457189" indent="-457189">
              <a:lnSpc>
                <a:spcPct val="150000"/>
              </a:lnSpc>
              <a:buFont typeface="Wingdings" panose="05000000000000000000" pitchFamily="2" charset="2"/>
              <a:buChar char="ü"/>
            </a:pPr>
            <a:r>
              <a:rPr lang="en-GB" sz="2533" dirty="0">
                <a:latin typeface="Times New Roman" panose="02020603050405020304" pitchFamily="18" charset="0"/>
                <a:cs typeface="Times New Roman" panose="02020603050405020304" pitchFamily="18" charset="0"/>
              </a:rPr>
              <a:t>Sets are objects</a:t>
            </a:r>
          </a:p>
          <a:p>
            <a:pPr>
              <a:lnSpc>
                <a:spcPct val="150000"/>
              </a:lnSpc>
            </a:pPr>
            <a:r>
              <a:rPr lang="en-GB" sz="2667" dirty="0">
                <a:latin typeface="Times New Roman" panose="02020603050405020304" pitchFamily="18" charset="0"/>
                <a:cs typeface="Times New Roman" panose="02020603050405020304" pitchFamily="18" charset="0"/>
              </a:rPr>
              <a:t>All JavaScript values, except primitives, are objects.</a:t>
            </a:r>
          </a:p>
        </p:txBody>
      </p:sp>
    </p:spTree>
    <p:extLst>
      <p:ext uri="{BB962C8B-B14F-4D97-AF65-F5344CB8AC3E}">
        <p14:creationId xmlns:p14="http://schemas.microsoft.com/office/powerpoint/2010/main" val="362069585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292" name="Google Shape;292;p34"/>
          <p:cNvSpPr txBox="1">
            <a:spLocks noGrp="1"/>
          </p:cNvSpPr>
          <p:nvPr>
            <p:ph type="title"/>
          </p:nvPr>
        </p:nvSpPr>
        <p:spPr>
          <a:xfrm>
            <a:off x="960000" y="321224"/>
            <a:ext cx="10272000" cy="763600"/>
          </a:xfrm>
          <a:prstGeom prst="rect">
            <a:avLst/>
          </a:prstGeom>
        </p:spPr>
        <p:txBody>
          <a:bodyPr spcFirstLastPara="1" vert="horz" wrap="square" lIns="121900" tIns="121900" rIns="121900" bIns="121900" rtlCol="0" anchor="t" anchorCtr="0">
            <a:noAutofit/>
          </a:bodyPr>
          <a:lstStyle/>
          <a:p>
            <a:r>
              <a:rPr lang="en" dirty="0"/>
              <a:t>Exercise</a:t>
            </a:r>
            <a:endParaRPr dirty="0"/>
          </a:p>
        </p:txBody>
      </p:sp>
      <p:sp>
        <p:nvSpPr>
          <p:cNvPr id="14" name="TextBox 13">
            <a:extLst>
              <a:ext uri="{FF2B5EF4-FFF2-40B4-BE49-F238E27FC236}">
                <a16:creationId xmlns:a16="http://schemas.microsoft.com/office/drawing/2014/main" id="{56FA9046-AA90-CF7F-DF73-D2E6D56FEFFC}"/>
              </a:ext>
            </a:extLst>
          </p:cNvPr>
          <p:cNvSpPr txBox="1"/>
          <p:nvPr/>
        </p:nvSpPr>
        <p:spPr>
          <a:xfrm>
            <a:off x="960000" y="1084824"/>
            <a:ext cx="10272000" cy="5559792"/>
          </a:xfrm>
          <a:prstGeom prst="rect">
            <a:avLst/>
          </a:prstGeom>
          <a:noFill/>
        </p:spPr>
        <p:txBody>
          <a:bodyPr wrap="square" rtlCol="0">
            <a:spAutoFit/>
          </a:bodyPr>
          <a:lstStyle/>
          <a:p>
            <a:pPr>
              <a:lnSpc>
                <a:spcPct val="150000"/>
              </a:lnSpc>
            </a:pPr>
            <a:r>
              <a:rPr lang="en-GB" sz="2667" dirty="0">
                <a:latin typeface="Times New Roman" panose="02020603050405020304" pitchFamily="18" charset="0"/>
                <a:cs typeface="Times New Roman" panose="02020603050405020304" pitchFamily="18" charset="0"/>
              </a:rPr>
              <a:t>Create an object called student that stores information about a student. Then write code to display some information and update a property.</a:t>
            </a:r>
          </a:p>
          <a:p>
            <a:pPr>
              <a:lnSpc>
                <a:spcPct val="150000"/>
              </a:lnSpc>
            </a:pPr>
            <a:r>
              <a:rPr lang="en-GB" sz="2667" b="1" dirty="0">
                <a:latin typeface="Times New Roman" panose="02020603050405020304" pitchFamily="18" charset="0"/>
                <a:cs typeface="Times New Roman" panose="02020603050405020304" pitchFamily="18" charset="0"/>
              </a:rPr>
              <a:t>Steps:</a:t>
            </a:r>
          </a:p>
          <a:p>
            <a:pPr marL="609585" indent="-609585">
              <a:lnSpc>
                <a:spcPct val="150000"/>
              </a:lnSpc>
              <a:buFont typeface="+mj-lt"/>
              <a:buAutoNum type="arabicPeriod"/>
            </a:pPr>
            <a:r>
              <a:rPr lang="en-GB" sz="2667" dirty="0">
                <a:latin typeface="Times New Roman" panose="02020603050405020304" pitchFamily="18" charset="0"/>
                <a:cs typeface="Times New Roman" panose="02020603050405020304" pitchFamily="18" charset="0"/>
              </a:rPr>
              <a:t>Create an object student with these properties:</a:t>
            </a:r>
          </a:p>
          <a:p>
            <a:pPr marL="457189" indent="-457189">
              <a:lnSpc>
                <a:spcPct val="150000"/>
              </a:lnSpc>
              <a:buFont typeface="Arial" panose="020B0604020202020204" pitchFamily="34" charset="0"/>
              <a:buChar char="•"/>
            </a:pPr>
            <a:r>
              <a:rPr lang="en-GB" sz="2667" dirty="0">
                <a:latin typeface="Times New Roman" panose="02020603050405020304" pitchFamily="18" charset="0"/>
                <a:cs typeface="Times New Roman" panose="02020603050405020304" pitchFamily="18" charset="0"/>
              </a:rPr>
              <a:t>name (string) — student’s name</a:t>
            </a:r>
          </a:p>
          <a:p>
            <a:pPr marL="457189" indent="-457189">
              <a:lnSpc>
                <a:spcPct val="150000"/>
              </a:lnSpc>
              <a:buFont typeface="Arial" panose="020B0604020202020204" pitchFamily="34" charset="0"/>
              <a:buChar char="•"/>
            </a:pPr>
            <a:r>
              <a:rPr lang="en-GB" sz="2667" dirty="0">
                <a:latin typeface="Times New Roman" panose="02020603050405020304" pitchFamily="18" charset="0"/>
                <a:cs typeface="Times New Roman" panose="02020603050405020304" pitchFamily="18" charset="0"/>
              </a:rPr>
              <a:t>age (number) — student’s age</a:t>
            </a:r>
          </a:p>
          <a:p>
            <a:pPr marL="457189" indent="-457189">
              <a:lnSpc>
                <a:spcPct val="150000"/>
              </a:lnSpc>
              <a:buFont typeface="Arial" panose="020B0604020202020204" pitchFamily="34" charset="0"/>
              <a:buChar char="•"/>
            </a:pPr>
            <a:r>
              <a:rPr lang="en-GB" sz="2667" dirty="0">
                <a:latin typeface="Times New Roman" panose="02020603050405020304" pitchFamily="18" charset="0"/>
                <a:cs typeface="Times New Roman" panose="02020603050405020304" pitchFamily="18" charset="0"/>
              </a:rPr>
              <a:t>grade (string) — current grade, e.g., "A"</a:t>
            </a:r>
          </a:p>
          <a:p>
            <a:pPr marL="457189" indent="-457189">
              <a:lnSpc>
                <a:spcPct val="150000"/>
              </a:lnSpc>
              <a:buFont typeface="Arial" panose="020B0604020202020204" pitchFamily="34" charset="0"/>
              <a:buChar char="•"/>
            </a:pPr>
            <a:r>
              <a:rPr lang="en-GB" sz="2667" dirty="0">
                <a:latin typeface="Times New Roman" panose="02020603050405020304" pitchFamily="18" charset="0"/>
                <a:cs typeface="Times New Roman" panose="02020603050405020304" pitchFamily="18" charset="0"/>
              </a:rPr>
              <a:t>subjects (array) — list of subjects, e.g., ["Math", "English", "Science"]</a:t>
            </a:r>
          </a:p>
          <a:p>
            <a:pPr marL="457189" indent="-457189">
              <a:lnSpc>
                <a:spcPct val="150000"/>
              </a:lnSpc>
              <a:buFont typeface="Arial" panose="020B0604020202020204" pitchFamily="34" charset="0"/>
              <a:buChar char="•"/>
            </a:pPr>
            <a:r>
              <a:rPr lang="en-GB" sz="2667" dirty="0">
                <a:latin typeface="Times New Roman" panose="02020603050405020304" pitchFamily="18" charset="0"/>
                <a:cs typeface="Times New Roman" panose="02020603050405020304" pitchFamily="18" charset="0"/>
              </a:rPr>
              <a:t>greet (method) — a function that prints: "Hello, my name is [name]"</a:t>
            </a:r>
          </a:p>
        </p:txBody>
      </p:sp>
    </p:spTree>
    <p:extLst>
      <p:ext uri="{BB962C8B-B14F-4D97-AF65-F5344CB8AC3E}">
        <p14:creationId xmlns:p14="http://schemas.microsoft.com/office/powerpoint/2010/main" val="389418585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91">
          <a:extLst>
            <a:ext uri="{FF2B5EF4-FFF2-40B4-BE49-F238E27FC236}">
              <a16:creationId xmlns:a16="http://schemas.microsoft.com/office/drawing/2014/main" id="{E59F9DCC-A46D-7B40-254C-5ED8E78F65F7}"/>
            </a:ext>
          </a:extLst>
        </p:cNvPr>
        <p:cNvGrpSpPr/>
        <p:nvPr/>
      </p:nvGrpSpPr>
      <p:grpSpPr>
        <a:xfrm>
          <a:off x="0" y="0"/>
          <a:ext cx="0" cy="0"/>
          <a:chOff x="0" y="0"/>
          <a:chExt cx="0" cy="0"/>
        </a:xfrm>
      </p:grpSpPr>
      <p:sp>
        <p:nvSpPr>
          <p:cNvPr id="292" name="Google Shape;292;p34">
            <a:extLst>
              <a:ext uri="{FF2B5EF4-FFF2-40B4-BE49-F238E27FC236}">
                <a16:creationId xmlns:a16="http://schemas.microsoft.com/office/drawing/2014/main" id="{5ADC48B4-7192-9F58-012E-22302E08B684}"/>
              </a:ext>
            </a:extLst>
          </p:cNvPr>
          <p:cNvSpPr txBox="1">
            <a:spLocks noGrp="1"/>
          </p:cNvSpPr>
          <p:nvPr>
            <p:ph type="title"/>
          </p:nvPr>
        </p:nvSpPr>
        <p:spPr>
          <a:xfrm>
            <a:off x="960000" y="321224"/>
            <a:ext cx="10272000" cy="763600"/>
          </a:xfrm>
          <a:prstGeom prst="rect">
            <a:avLst/>
          </a:prstGeom>
        </p:spPr>
        <p:txBody>
          <a:bodyPr spcFirstLastPara="1" vert="horz" wrap="square" lIns="121900" tIns="121900" rIns="121900" bIns="121900" rtlCol="0" anchor="t" anchorCtr="0">
            <a:noAutofit/>
          </a:bodyPr>
          <a:lstStyle/>
          <a:p>
            <a:r>
              <a:rPr lang="en" dirty="0"/>
              <a:t>Exercise</a:t>
            </a:r>
            <a:endParaRPr dirty="0"/>
          </a:p>
        </p:txBody>
      </p:sp>
      <p:sp>
        <p:nvSpPr>
          <p:cNvPr id="14" name="TextBox 13">
            <a:extLst>
              <a:ext uri="{FF2B5EF4-FFF2-40B4-BE49-F238E27FC236}">
                <a16:creationId xmlns:a16="http://schemas.microsoft.com/office/drawing/2014/main" id="{8652D48E-4821-A355-68C6-7A5CB9C32F82}"/>
              </a:ext>
            </a:extLst>
          </p:cNvPr>
          <p:cNvSpPr txBox="1"/>
          <p:nvPr/>
        </p:nvSpPr>
        <p:spPr>
          <a:xfrm>
            <a:off x="960000" y="1084825"/>
            <a:ext cx="10272000" cy="3712748"/>
          </a:xfrm>
          <a:prstGeom prst="rect">
            <a:avLst/>
          </a:prstGeom>
          <a:noFill/>
        </p:spPr>
        <p:txBody>
          <a:bodyPr wrap="square" rtlCol="0">
            <a:spAutoFit/>
          </a:bodyPr>
          <a:lstStyle/>
          <a:p>
            <a:pPr marL="609585" indent="-609585">
              <a:lnSpc>
                <a:spcPct val="150000"/>
              </a:lnSpc>
              <a:buFont typeface="+mj-lt"/>
              <a:buAutoNum type="arabicPeriod" startAt="2"/>
            </a:pPr>
            <a:r>
              <a:rPr lang="en-GB" sz="2667" dirty="0">
                <a:latin typeface="Times New Roman" panose="02020603050405020304" pitchFamily="18" charset="0"/>
                <a:cs typeface="Times New Roman" panose="02020603050405020304" pitchFamily="18" charset="0"/>
              </a:rPr>
              <a:t>Print the student’s name using dot notation.</a:t>
            </a:r>
          </a:p>
          <a:p>
            <a:pPr marL="609585" indent="-609585">
              <a:lnSpc>
                <a:spcPct val="150000"/>
              </a:lnSpc>
              <a:buFont typeface="+mj-lt"/>
              <a:buAutoNum type="arabicPeriod" startAt="2"/>
            </a:pPr>
            <a:r>
              <a:rPr lang="en-GB" sz="2667" dirty="0">
                <a:latin typeface="Times New Roman" panose="02020603050405020304" pitchFamily="18" charset="0"/>
                <a:cs typeface="Times New Roman" panose="02020603050405020304" pitchFamily="18" charset="0"/>
              </a:rPr>
              <a:t>Print the student’s second subject using bracket notation.</a:t>
            </a:r>
          </a:p>
          <a:p>
            <a:pPr marL="609585" indent="-609585">
              <a:lnSpc>
                <a:spcPct val="150000"/>
              </a:lnSpc>
              <a:buFont typeface="+mj-lt"/>
              <a:buAutoNum type="arabicPeriod" startAt="2"/>
            </a:pPr>
            <a:r>
              <a:rPr lang="en-GB" sz="2667" dirty="0">
                <a:latin typeface="Times New Roman" panose="02020603050405020304" pitchFamily="18" charset="0"/>
                <a:cs typeface="Times New Roman" panose="02020603050405020304" pitchFamily="18" charset="0"/>
              </a:rPr>
              <a:t>Call the greet method.</a:t>
            </a:r>
          </a:p>
          <a:p>
            <a:pPr marL="609585" indent="-609585">
              <a:lnSpc>
                <a:spcPct val="150000"/>
              </a:lnSpc>
              <a:buFont typeface="+mj-lt"/>
              <a:buAutoNum type="arabicPeriod" startAt="2"/>
            </a:pPr>
            <a:r>
              <a:rPr lang="en-GB" sz="2667" dirty="0">
                <a:latin typeface="Times New Roman" panose="02020603050405020304" pitchFamily="18" charset="0"/>
                <a:cs typeface="Times New Roman" panose="02020603050405020304" pitchFamily="18" charset="0"/>
              </a:rPr>
              <a:t>Change the student’s grade to "A+".</a:t>
            </a:r>
          </a:p>
          <a:p>
            <a:pPr marL="609585" indent="-609585">
              <a:lnSpc>
                <a:spcPct val="150000"/>
              </a:lnSpc>
              <a:buFont typeface="+mj-lt"/>
              <a:buAutoNum type="arabicPeriod" startAt="2"/>
            </a:pPr>
            <a:r>
              <a:rPr lang="en-GB" sz="2667" dirty="0">
                <a:latin typeface="Times New Roman" panose="02020603050405020304" pitchFamily="18" charset="0"/>
                <a:cs typeface="Times New Roman" panose="02020603050405020304" pitchFamily="18" charset="0"/>
              </a:rPr>
              <a:t>Add a new subject “Social" to the subjects array.</a:t>
            </a:r>
          </a:p>
          <a:p>
            <a:pPr marL="609585" indent="-609585">
              <a:lnSpc>
                <a:spcPct val="150000"/>
              </a:lnSpc>
              <a:buFont typeface="+mj-lt"/>
              <a:buAutoNum type="arabicPeriod" startAt="2"/>
            </a:pPr>
            <a:r>
              <a:rPr lang="en-GB" sz="2667" dirty="0">
                <a:latin typeface="Times New Roman" panose="02020603050405020304" pitchFamily="18" charset="0"/>
                <a:cs typeface="Times New Roman" panose="02020603050405020304" pitchFamily="18" charset="0"/>
              </a:rPr>
              <a:t>Print the updated student object to see all changes.</a:t>
            </a:r>
          </a:p>
        </p:txBody>
      </p:sp>
    </p:spTree>
    <p:extLst>
      <p:ext uri="{BB962C8B-B14F-4D97-AF65-F5344CB8AC3E}">
        <p14:creationId xmlns:p14="http://schemas.microsoft.com/office/powerpoint/2010/main" val="119873613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91">
          <a:extLst>
            <a:ext uri="{FF2B5EF4-FFF2-40B4-BE49-F238E27FC236}">
              <a16:creationId xmlns:a16="http://schemas.microsoft.com/office/drawing/2014/main" id="{C6A368B6-D2E8-7834-9072-AAE99DAEF08C}"/>
            </a:ext>
          </a:extLst>
        </p:cNvPr>
        <p:cNvGrpSpPr/>
        <p:nvPr/>
      </p:nvGrpSpPr>
      <p:grpSpPr>
        <a:xfrm>
          <a:off x="0" y="0"/>
          <a:ext cx="0" cy="0"/>
          <a:chOff x="0" y="0"/>
          <a:chExt cx="0" cy="0"/>
        </a:xfrm>
      </p:grpSpPr>
      <p:sp>
        <p:nvSpPr>
          <p:cNvPr id="292" name="Google Shape;292;p34">
            <a:extLst>
              <a:ext uri="{FF2B5EF4-FFF2-40B4-BE49-F238E27FC236}">
                <a16:creationId xmlns:a16="http://schemas.microsoft.com/office/drawing/2014/main" id="{94DC4A82-2FA3-20ED-EB5A-50291A0B06D7}"/>
              </a:ext>
            </a:extLst>
          </p:cNvPr>
          <p:cNvSpPr txBox="1">
            <a:spLocks noGrp="1"/>
          </p:cNvSpPr>
          <p:nvPr>
            <p:ph type="title"/>
          </p:nvPr>
        </p:nvSpPr>
        <p:spPr>
          <a:xfrm>
            <a:off x="960000" y="321224"/>
            <a:ext cx="10272000" cy="763600"/>
          </a:xfrm>
          <a:prstGeom prst="rect">
            <a:avLst/>
          </a:prstGeom>
        </p:spPr>
        <p:txBody>
          <a:bodyPr spcFirstLastPara="1" vert="horz" wrap="square" lIns="121900" tIns="121900" rIns="121900" bIns="121900" rtlCol="0" anchor="t" anchorCtr="0">
            <a:noAutofit/>
          </a:bodyPr>
          <a:lstStyle/>
          <a:p>
            <a:r>
              <a:rPr lang="en" dirty="0"/>
              <a:t>Exercise</a:t>
            </a:r>
            <a:endParaRPr dirty="0"/>
          </a:p>
        </p:txBody>
      </p:sp>
      <p:sp>
        <p:nvSpPr>
          <p:cNvPr id="14" name="TextBox 13">
            <a:extLst>
              <a:ext uri="{FF2B5EF4-FFF2-40B4-BE49-F238E27FC236}">
                <a16:creationId xmlns:a16="http://schemas.microsoft.com/office/drawing/2014/main" id="{A76168F5-CD88-9805-3E4E-C7AF6D37B83B}"/>
              </a:ext>
            </a:extLst>
          </p:cNvPr>
          <p:cNvSpPr txBox="1"/>
          <p:nvPr/>
        </p:nvSpPr>
        <p:spPr>
          <a:xfrm>
            <a:off x="960000" y="1084825"/>
            <a:ext cx="10557085" cy="4935325"/>
          </a:xfrm>
          <a:prstGeom prst="rect">
            <a:avLst/>
          </a:prstGeom>
          <a:noFill/>
        </p:spPr>
        <p:txBody>
          <a:bodyPr wrap="square" rtlCol="0">
            <a:spAutoFit/>
          </a:bodyPr>
          <a:lstStyle/>
          <a:p>
            <a:pPr>
              <a:lnSpc>
                <a:spcPct val="150000"/>
              </a:lnSpc>
            </a:pPr>
            <a:r>
              <a:rPr lang="en-GB" sz="3200" b="1" dirty="0">
                <a:latin typeface="Times New Roman" panose="02020603050405020304" pitchFamily="18" charset="0"/>
                <a:cs typeface="Times New Roman" panose="02020603050405020304" pitchFamily="18" charset="0"/>
              </a:rPr>
              <a:t>Simple Output:</a:t>
            </a:r>
          </a:p>
          <a:p>
            <a:r>
              <a:rPr lang="en-GB" sz="2667" dirty="0">
                <a:latin typeface="Consolas" panose="020B0609020204030204" pitchFamily="49" charset="0"/>
                <a:cs typeface="Times New Roman" panose="02020603050405020304" pitchFamily="18" charset="0"/>
              </a:rPr>
              <a:t>Ahmed</a:t>
            </a:r>
          </a:p>
          <a:p>
            <a:r>
              <a:rPr lang="en-GB" sz="2667" dirty="0">
                <a:latin typeface="Consolas" panose="020B0609020204030204" pitchFamily="49" charset="0"/>
                <a:cs typeface="Times New Roman" panose="02020603050405020304" pitchFamily="18" charset="0"/>
              </a:rPr>
              <a:t>English</a:t>
            </a:r>
          </a:p>
          <a:p>
            <a:r>
              <a:rPr lang="en-GB" sz="2667" dirty="0">
                <a:latin typeface="Consolas" panose="020B0609020204030204" pitchFamily="49" charset="0"/>
                <a:cs typeface="Times New Roman" panose="02020603050405020304" pitchFamily="18" charset="0"/>
              </a:rPr>
              <a:t>Hello, my name is Ahmed</a:t>
            </a:r>
          </a:p>
          <a:p>
            <a:r>
              <a:rPr lang="en-GB" sz="2667" dirty="0">
                <a:latin typeface="Consolas" panose="020B0609020204030204" pitchFamily="49" charset="0"/>
                <a:cs typeface="Times New Roman" panose="02020603050405020304" pitchFamily="18" charset="0"/>
              </a:rPr>
              <a:t>{</a:t>
            </a:r>
          </a:p>
          <a:p>
            <a:r>
              <a:rPr lang="en-GB" sz="2667" dirty="0">
                <a:latin typeface="Consolas" panose="020B0609020204030204" pitchFamily="49" charset="0"/>
                <a:cs typeface="Times New Roman" panose="02020603050405020304" pitchFamily="18" charset="0"/>
              </a:rPr>
              <a:t>  name: 'Ahmed',</a:t>
            </a:r>
          </a:p>
          <a:p>
            <a:r>
              <a:rPr lang="en-GB" sz="2667" dirty="0">
                <a:latin typeface="Consolas" panose="020B0609020204030204" pitchFamily="49" charset="0"/>
                <a:cs typeface="Times New Roman" panose="02020603050405020304" pitchFamily="18" charset="0"/>
              </a:rPr>
              <a:t>  age: 20,</a:t>
            </a:r>
          </a:p>
          <a:p>
            <a:r>
              <a:rPr lang="en-GB" sz="2667" dirty="0">
                <a:latin typeface="Consolas" panose="020B0609020204030204" pitchFamily="49" charset="0"/>
                <a:cs typeface="Times New Roman" panose="02020603050405020304" pitchFamily="18" charset="0"/>
              </a:rPr>
              <a:t>  grade: 'A+',</a:t>
            </a:r>
          </a:p>
          <a:p>
            <a:r>
              <a:rPr lang="en-GB" sz="2667" dirty="0">
                <a:latin typeface="Consolas" panose="020B0609020204030204" pitchFamily="49" charset="0"/>
                <a:cs typeface="Times New Roman" panose="02020603050405020304" pitchFamily="18" charset="0"/>
              </a:rPr>
              <a:t>  subjects: [ 'Math', 'English', 'Science’, social' ],</a:t>
            </a:r>
          </a:p>
          <a:p>
            <a:r>
              <a:rPr lang="en-GB" sz="2667" dirty="0">
                <a:latin typeface="Consolas" panose="020B0609020204030204" pitchFamily="49" charset="0"/>
                <a:cs typeface="Times New Roman" panose="02020603050405020304" pitchFamily="18" charset="0"/>
              </a:rPr>
              <a:t>  greet: </a:t>
            </a:r>
            <a:r>
              <a:rPr lang="en-GB" sz="2667" i="1" dirty="0">
                <a:latin typeface="Consolas" panose="020B0609020204030204" pitchFamily="49" charset="0"/>
                <a:cs typeface="Times New Roman" panose="02020603050405020304" pitchFamily="18" charset="0"/>
              </a:rPr>
              <a:t>f </a:t>
            </a:r>
            <a:r>
              <a:rPr lang="en-GB" sz="2667" dirty="0">
                <a:latin typeface="Consolas" panose="020B0609020204030204" pitchFamily="49" charset="0"/>
                <a:cs typeface="Times New Roman" panose="02020603050405020304" pitchFamily="18" charset="0"/>
              </a:rPr>
              <a:t>()</a:t>
            </a:r>
          </a:p>
          <a:p>
            <a:r>
              <a:rPr lang="en-GB" sz="2667" dirty="0">
                <a:latin typeface="Consolas" panose="020B0609020204030204" pitchFamily="49" charset="0"/>
                <a:cs typeface="Times New Roman" panose="02020603050405020304" pitchFamily="18" charset="0"/>
              </a:rPr>
              <a:t>}</a:t>
            </a:r>
          </a:p>
        </p:txBody>
      </p:sp>
      <p:sp>
        <p:nvSpPr>
          <p:cNvPr id="2" name="TextBox 1">
            <a:extLst>
              <a:ext uri="{FF2B5EF4-FFF2-40B4-BE49-F238E27FC236}">
                <a16:creationId xmlns:a16="http://schemas.microsoft.com/office/drawing/2014/main" id="{2C39E7BC-A87F-38CA-0C9A-4055360FE027}"/>
              </a:ext>
            </a:extLst>
          </p:cNvPr>
          <p:cNvSpPr txBox="1"/>
          <p:nvPr/>
        </p:nvSpPr>
        <p:spPr>
          <a:xfrm>
            <a:off x="6096001" y="1232871"/>
            <a:ext cx="4950943" cy="1282531"/>
          </a:xfrm>
          <a:prstGeom prst="rect">
            <a:avLst/>
          </a:prstGeom>
          <a:noFill/>
        </p:spPr>
        <p:txBody>
          <a:bodyPr wrap="square" rtlCol="0">
            <a:spAutoFit/>
          </a:bodyPr>
          <a:lstStyle/>
          <a:p>
            <a:r>
              <a:rPr lang="en-GB" sz="2667" dirty="0">
                <a:latin typeface="Times New Roman" panose="02020603050405020304" pitchFamily="18" charset="0"/>
                <a:cs typeface="Times New Roman" panose="02020603050405020304" pitchFamily="18" charset="0"/>
              </a:rPr>
              <a:t>Click The Button Below to see the full Solution on CodePen:</a:t>
            </a:r>
          </a:p>
          <a:p>
            <a:endParaRPr lang="en-GB" sz="2400" dirty="0"/>
          </a:p>
        </p:txBody>
      </p:sp>
      <p:sp>
        <p:nvSpPr>
          <p:cNvPr id="3" name="Rectangle: Rounded Corners 2">
            <a:hlinkClick r:id="rId3"/>
            <a:extLst>
              <a:ext uri="{FF2B5EF4-FFF2-40B4-BE49-F238E27FC236}">
                <a16:creationId xmlns:a16="http://schemas.microsoft.com/office/drawing/2014/main" id="{C4E29A33-6BFF-D377-8C1B-E1DD6298AB1D}"/>
              </a:ext>
            </a:extLst>
          </p:cNvPr>
          <p:cNvSpPr/>
          <p:nvPr/>
        </p:nvSpPr>
        <p:spPr>
          <a:xfrm>
            <a:off x="6977743" y="2446355"/>
            <a:ext cx="2634344" cy="936172"/>
          </a:xfrm>
          <a:prstGeom prst="roundRect">
            <a:avLst>
              <a:gd name="adj" fmla="val 35272"/>
            </a:avLst>
          </a:prstGeom>
          <a:solidFill>
            <a:schemeClr val="tx1"/>
          </a:solidFill>
        </p:spPr>
        <p:style>
          <a:lnRef idx="0">
            <a:schemeClr val="accent1"/>
          </a:lnRef>
          <a:fillRef idx="3">
            <a:schemeClr val="accent1"/>
          </a:fillRef>
          <a:effectRef idx="3">
            <a:schemeClr val="accent1"/>
          </a:effectRef>
          <a:fontRef idx="minor">
            <a:schemeClr val="lt1"/>
          </a:fontRef>
        </p:style>
        <p:txBody>
          <a:bodyPr rtlCol="0" anchor="ctr"/>
          <a:lstStyle/>
          <a:p>
            <a:pPr algn="ctr"/>
            <a:r>
              <a:rPr lang="en-GB" sz="2667" b="1" dirty="0">
                <a:latin typeface="Times New Roman" panose="02020603050405020304" pitchFamily="18" charset="0"/>
                <a:cs typeface="Times New Roman" panose="02020603050405020304" pitchFamily="18" charset="0"/>
              </a:rPr>
              <a:t>See Solution</a:t>
            </a:r>
          </a:p>
        </p:txBody>
      </p:sp>
    </p:spTree>
    <p:extLst>
      <p:ext uri="{BB962C8B-B14F-4D97-AF65-F5344CB8AC3E}">
        <p14:creationId xmlns:p14="http://schemas.microsoft.com/office/powerpoint/2010/main" val="161636803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1509</Words>
  <Application>Microsoft Office PowerPoint</Application>
  <PresentationFormat>Widescreen</PresentationFormat>
  <Paragraphs>191</Paragraphs>
  <Slides>25</Slides>
  <Notes>25</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25</vt:i4>
      </vt:variant>
    </vt:vector>
  </HeadingPairs>
  <TitlesOfParts>
    <vt:vector size="34" baseType="lpstr">
      <vt:lpstr>Arial</vt:lpstr>
      <vt:lpstr>Cairo</vt:lpstr>
      <vt:lpstr>Calibri</vt:lpstr>
      <vt:lpstr>Calibri Light</vt:lpstr>
      <vt:lpstr>Consolas</vt:lpstr>
      <vt:lpstr>DM Sans SemiBold</vt:lpstr>
      <vt:lpstr>Times New Roman</vt:lpstr>
      <vt:lpstr>Wingdings</vt:lpstr>
      <vt:lpstr>Office Theme</vt:lpstr>
      <vt:lpstr>PowerPoint Presentation</vt:lpstr>
      <vt:lpstr>What we Cover Today:</vt:lpstr>
      <vt:lpstr>Introduction to Object</vt:lpstr>
      <vt:lpstr>Introduction……….</vt:lpstr>
      <vt:lpstr>PowerPoint Presentation</vt:lpstr>
      <vt:lpstr>PowerPoint Presentation</vt:lpstr>
      <vt:lpstr>Ways to Create Objects</vt:lpstr>
      <vt:lpstr>PowerPoint Presentation</vt:lpstr>
      <vt:lpstr>PowerPoint Presentation</vt:lpstr>
      <vt:lpstr>Dot Notation and Bracket Notation</vt:lpstr>
      <vt:lpstr>Dot Notation and Bracket Notation</vt:lpstr>
      <vt:lpstr>Dot Notation and Bracket Notation</vt:lpstr>
      <vt:lpstr>Dot Notation and Bracket Notation</vt:lpstr>
      <vt:lpstr>Nested Object</vt:lpstr>
      <vt:lpstr>Nested Object</vt:lpstr>
      <vt:lpstr>Nested Object</vt:lpstr>
      <vt:lpstr>Nested Object</vt:lpstr>
      <vt:lpstr>this Keyword</vt:lpstr>
      <vt:lpstr>this Keyword</vt:lpstr>
      <vt:lpstr>this Keyword</vt:lpstr>
      <vt:lpstr>this Keyword</vt:lpstr>
      <vt:lpstr>Summary </vt:lpstr>
      <vt:lpstr>Exercise</vt:lpstr>
      <vt:lpstr>Exercise</vt:lpstr>
      <vt:lpstr>Exercise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Khalid Sulub</dc:creator>
  <cp:lastModifiedBy>Khalid Sulub</cp:lastModifiedBy>
  <cp:revision>2</cp:revision>
  <dcterms:created xsi:type="dcterms:W3CDTF">2025-12-15T16:51:23Z</dcterms:created>
  <dcterms:modified xsi:type="dcterms:W3CDTF">2025-12-15T16:53:25Z</dcterms:modified>
</cp:coreProperties>
</file>